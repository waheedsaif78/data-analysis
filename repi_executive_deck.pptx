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5.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E4D3B8"/>
    <a:srgbClr val="B893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04EC5A-2E2E-4DB5-BF73-429E958BE1F6}" v="21" dt="2026-08-05T07:54:03.3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7" d="100"/>
          <a:sy n="107" d="100"/>
        </p:scale>
        <p:origin x="63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heed Saif" userId="73092cb8-4f27-4865-948a-7ff309744809" providerId="ADAL" clId="{85CE66E5-B346-4DEF-ABFA-BDBBD9216C8E}"/>
    <pc:docChg chg="undo custSel modSld">
      <pc:chgData name="Waheed Saif" userId="73092cb8-4f27-4865-948a-7ff309744809" providerId="ADAL" clId="{85CE66E5-B346-4DEF-ABFA-BDBBD9216C8E}" dt="2026-08-05T07:54:03.329" v="339"/>
      <pc:docMkLst>
        <pc:docMk/>
      </pc:docMkLst>
      <pc:sldChg chg="addSp delSp modSp mod">
        <pc:chgData name="Waheed Saif" userId="73092cb8-4f27-4865-948a-7ff309744809" providerId="ADAL" clId="{85CE66E5-B346-4DEF-ABFA-BDBBD9216C8E}" dt="2026-08-05T07:52:57.458" v="335" actId="20577"/>
        <pc:sldMkLst>
          <pc:docMk/>
          <pc:sldMk cId="0" sldId="256"/>
        </pc:sldMkLst>
        <pc:spChg chg="del mod">
          <ac:chgData name="Waheed Saif" userId="73092cb8-4f27-4865-948a-7ff309744809" providerId="ADAL" clId="{85CE66E5-B346-4DEF-ABFA-BDBBD9216C8E}" dt="2026-08-05T07:10:31.745" v="172" actId="478"/>
          <ac:spMkLst>
            <pc:docMk/>
            <pc:sldMk cId="0" sldId="256"/>
            <ac:spMk id="2" creationId="{00000000-0000-0000-0000-000000000000}"/>
          </ac:spMkLst>
        </pc:spChg>
        <pc:spChg chg="mod">
          <ac:chgData name="Waheed Saif" userId="73092cb8-4f27-4865-948a-7ff309744809" providerId="ADAL" clId="{85CE66E5-B346-4DEF-ABFA-BDBBD9216C8E}" dt="2026-08-05T07:15:08.320" v="308" actId="553"/>
          <ac:spMkLst>
            <pc:docMk/>
            <pc:sldMk cId="0" sldId="256"/>
            <ac:spMk id="3" creationId="{00000000-0000-0000-0000-000000000000}"/>
          </ac:spMkLst>
        </pc:spChg>
        <pc:spChg chg="mod">
          <ac:chgData name="Waheed Saif" userId="73092cb8-4f27-4865-948a-7ff309744809" providerId="ADAL" clId="{85CE66E5-B346-4DEF-ABFA-BDBBD9216C8E}" dt="2026-08-05T07:52:57.458" v="335" actId="20577"/>
          <ac:spMkLst>
            <pc:docMk/>
            <pc:sldMk cId="0" sldId="256"/>
            <ac:spMk id="4" creationId="{00000000-0000-0000-0000-000000000000}"/>
          </ac:spMkLst>
        </pc:spChg>
        <pc:spChg chg="del mod">
          <ac:chgData name="Waheed Saif" userId="73092cb8-4f27-4865-948a-7ff309744809" providerId="ADAL" clId="{85CE66E5-B346-4DEF-ABFA-BDBBD9216C8E}" dt="2026-08-05T07:49:35.078" v="315" actId="478"/>
          <ac:spMkLst>
            <pc:docMk/>
            <pc:sldMk cId="0" sldId="256"/>
            <ac:spMk id="5" creationId="{00000000-0000-0000-0000-000000000000}"/>
          </ac:spMkLst>
        </pc:spChg>
        <pc:spChg chg="del mod">
          <ac:chgData name="Waheed Saif" userId="73092cb8-4f27-4865-948a-7ff309744809" providerId="ADAL" clId="{85CE66E5-B346-4DEF-ABFA-BDBBD9216C8E}" dt="2026-08-05T07:49:35.078" v="315" actId="478"/>
          <ac:spMkLst>
            <pc:docMk/>
            <pc:sldMk cId="0" sldId="256"/>
            <ac:spMk id="6" creationId="{00000000-0000-0000-0000-000000000000}"/>
          </ac:spMkLst>
        </pc:spChg>
        <pc:spChg chg="mod">
          <ac:chgData name="Waheed Saif" userId="73092cb8-4f27-4865-948a-7ff309744809" providerId="ADAL" clId="{85CE66E5-B346-4DEF-ABFA-BDBBD9216C8E}" dt="2026-08-05T07:15:13.622" v="309" actId="14100"/>
          <ac:spMkLst>
            <pc:docMk/>
            <pc:sldMk cId="0" sldId="256"/>
            <ac:spMk id="7" creationId="{00000000-0000-0000-0000-000000000000}"/>
          </ac:spMkLst>
        </pc:spChg>
        <pc:spChg chg="add mod">
          <ac:chgData name="Waheed Saif" userId="73092cb8-4f27-4865-948a-7ff309744809" providerId="ADAL" clId="{85CE66E5-B346-4DEF-ABFA-BDBBD9216C8E}" dt="2026-08-05T07:15:08.320" v="308" actId="553"/>
          <ac:spMkLst>
            <pc:docMk/>
            <pc:sldMk cId="0" sldId="256"/>
            <ac:spMk id="8" creationId="{65C70C1F-48B0-4913-981E-FFEA57F68FE1}"/>
          </ac:spMkLst>
        </pc:spChg>
      </pc:sldChg>
      <pc:sldChg chg="addSp delSp modSp mod">
        <pc:chgData name="Waheed Saif" userId="73092cb8-4f27-4865-948a-7ff309744809" providerId="ADAL" clId="{85CE66E5-B346-4DEF-ABFA-BDBBD9216C8E}" dt="2026-08-05T07:54:03.329" v="339"/>
        <pc:sldMkLst>
          <pc:docMk/>
          <pc:sldMk cId="0" sldId="257"/>
        </pc:sldMkLst>
        <pc:spChg chg="del mod">
          <ac:chgData name="Waheed Saif" userId="73092cb8-4f27-4865-948a-7ff309744809" providerId="ADAL" clId="{85CE66E5-B346-4DEF-ABFA-BDBBD9216C8E}" dt="2026-08-05T07:13:09.184" v="294" actId="478"/>
          <ac:spMkLst>
            <pc:docMk/>
            <pc:sldMk cId="0" sldId="257"/>
            <ac:spMk id="2" creationId="{00000000-0000-0000-0000-000000000000}"/>
          </ac:spMkLst>
        </pc:spChg>
        <pc:spChg chg="mod">
          <ac:chgData name="Waheed Saif" userId="73092cb8-4f27-4865-948a-7ff309744809" providerId="ADAL" clId="{85CE66E5-B346-4DEF-ABFA-BDBBD9216C8E}" dt="2026-08-05T07:09:20.098" v="86" actId="2711"/>
          <ac:spMkLst>
            <pc:docMk/>
            <pc:sldMk cId="0" sldId="257"/>
            <ac:spMk id="3" creationId="{00000000-0000-0000-0000-000000000000}"/>
          </ac:spMkLst>
        </pc:spChg>
        <pc:spChg chg="mod">
          <ac:chgData name="Waheed Saif" userId="73092cb8-4f27-4865-948a-7ff309744809" providerId="ADAL" clId="{85CE66E5-B346-4DEF-ABFA-BDBBD9216C8E}" dt="2026-08-05T07:48:33.446" v="313" actId="207"/>
          <ac:spMkLst>
            <pc:docMk/>
            <pc:sldMk cId="0" sldId="257"/>
            <ac:spMk id="4" creationId="{00000000-0000-0000-0000-000000000000}"/>
          </ac:spMkLst>
        </pc:spChg>
        <pc:spChg chg="mod">
          <ac:chgData name="Waheed Saif" userId="73092cb8-4f27-4865-948a-7ff309744809" providerId="ADAL" clId="{85CE66E5-B346-4DEF-ABFA-BDBBD9216C8E}" dt="2026-08-05T07:54:03.329" v="339"/>
          <ac:spMkLst>
            <pc:docMk/>
            <pc:sldMk cId="0" sldId="257"/>
            <ac:spMk id="5" creationId="{00000000-0000-0000-0000-000000000000}"/>
          </ac:spMkLst>
        </pc:spChg>
        <pc:spChg chg="mod">
          <ac:chgData name="Waheed Saif" userId="73092cb8-4f27-4865-948a-7ff309744809" providerId="ADAL" clId="{85CE66E5-B346-4DEF-ABFA-BDBBD9216C8E}" dt="2026-08-05T07:48:44.892" v="314" actId="207"/>
          <ac:spMkLst>
            <pc:docMk/>
            <pc:sldMk cId="0" sldId="257"/>
            <ac:spMk id="6" creationId="{00000000-0000-0000-0000-000000000000}"/>
          </ac:spMkLst>
        </pc:spChg>
        <pc:spChg chg="mod">
          <ac:chgData name="Waheed Saif" userId="73092cb8-4f27-4865-948a-7ff309744809" providerId="ADAL" clId="{85CE66E5-B346-4DEF-ABFA-BDBBD9216C8E}" dt="2026-08-05T07:48:33.446" v="313" actId="207"/>
          <ac:spMkLst>
            <pc:docMk/>
            <pc:sldMk cId="0" sldId="257"/>
            <ac:spMk id="7" creationId="{00000000-0000-0000-0000-000000000000}"/>
          </ac:spMkLst>
        </pc:spChg>
        <pc:spChg chg="mod">
          <ac:chgData name="Waheed Saif" userId="73092cb8-4f27-4865-948a-7ff309744809" providerId="ADAL" clId="{85CE66E5-B346-4DEF-ABFA-BDBBD9216C8E}" dt="2026-08-05T07:54:03.329" v="339"/>
          <ac:spMkLst>
            <pc:docMk/>
            <pc:sldMk cId="0" sldId="257"/>
            <ac:spMk id="8" creationId="{00000000-0000-0000-0000-000000000000}"/>
          </ac:spMkLst>
        </pc:spChg>
        <pc:spChg chg="mod">
          <ac:chgData name="Waheed Saif" userId="73092cb8-4f27-4865-948a-7ff309744809" providerId="ADAL" clId="{85CE66E5-B346-4DEF-ABFA-BDBBD9216C8E}" dt="2026-08-05T07:48:44.892" v="314" actId="207"/>
          <ac:spMkLst>
            <pc:docMk/>
            <pc:sldMk cId="0" sldId="257"/>
            <ac:spMk id="9" creationId="{00000000-0000-0000-0000-000000000000}"/>
          </ac:spMkLst>
        </pc:spChg>
        <pc:spChg chg="mod">
          <ac:chgData name="Waheed Saif" userId="73092cb8-4f27-4865-948a-7ff309744809" providerId="ADAL" clId="{85CE66E5-B346-4DEF-ABFA-BDBBD9216C8E}" dt="2026-08-05T07:48:33.446" v="313" actId="207"/>
          <ac:spMkLst>
            <pc:docMk/>
            <pc:sldMk cId="0" sldId="257"/>
            <ac:spMk id="10" creationId="{00000000-0000-0000-0000-000000000000}"/>
          </ac:spMkLst>
        </pc:spChg>
        <pc:spChg chg="mod">
          <ac:chgData name="Waheed Saif" userId="73092cb8-4f27-4865-948a-7ff309744809" providerId="ADAL" clId="{85CE66E5-B346-4DEF-ABFA-BDBBD9216C8E}" dt="2026-08-05T07:54:03.329" v="339"/>
          <ac:spMkLst>
            <pc:docMk/>
            <pc:sldMk cId="0" sldId="257"/>
            <ac:spMk id="11" creationId="{00000000-0000-0000-0000-000000000000}"/>
          </ac:spMkLst>
        </pc:spChg>
        <pc:spChg chg="mod">
          <ac:chgData name="Waheed Saif" userId="73092cb8-4f27-4865-948a-7ff309744809" providerId="ADAL" clId="{85CE66E5-B346-4DEF-ABFA-BDBBD9216C8E}" dt="2026-08-05T07:48:44.892" v="314" actId="207"/>
          <ac:spMkLst>
            <pc:docMk/>
            <pc:sldMk cId="0" sldId="257"/>
            <ac:spMk id="12" creationId="{00000000-0000-0000-0000-000000000000}"/>
          </ac:spMkLst>
        </pc:spChg>
        <pc:spChg chg="mod">
          <ac:chgData name="Waheed Saif" userId="73092cb8-4f27-4865-948a-7ff309744809" providerId="ADAL" clId="{85CE66E5-B346-4DEF-ABFA-BDBBD9216C8E}" dt="2026-08-05T07:09:20.098" v="86" actId="2711"/>
          <ac:spMkLst>
            <pc:docMk/>
            <pc:sldMk cId="0" sldId="257"/>
            <ac:spMk id="13" creationId="{00000000-0000-0000-0000-000000000000}"/>
          </ac:spMkLst>
        </pc:spChg>
        <pc:spChg chg="mod">
          <ac:chgData name="Waheed Saif" userId="73092cb8-4f27-4865-948a-7ff309744809" providerId="ADAL" clId="{85CE66E5-B346-4DEF-ABFA-BDBBD9216C8E}" dt="2026-08-05T07:09:20.098" v="86" actId="2711"/>
          <ac:spMkLst>
            <pc:docMk/>
            <pc:sldMk cId="0" sldId="257"/>
            <ac:spMk id="14" creationId="{00000000-0000-0000-0000-000000000000}"/>
          </ac:spMkLst>
        </pc:spChg>
        <pc:spChg chg="add mod">
          <ac:chgData name="Waheed Saif" userId="73092cb8-4f27-4865-948a-7ff309744809" providerId="ADAL" clId="{85CE66E5-B346-4DEF-ABFA-BDBBD9216C8E}" dt="2026-08-05T07:13:06.790" v="293" actId="20577"/>
          <ac:spMkLst>
            <pc:docMk/>
            <pc:sldMk cId="0" sldId="257"/>
            <ac:spMk id="16" creationId="{6363A0FA-86D1-3C17-B448-1E5597121047}"/>
          </ac:spMkLst>
        </pc:spChg>
      </pc:sldChg>
      <pc:sldChg chg="addSp delSp modSp mod">
        <pc:chgData name="Waheed Saif" userId="73092cb8-4f27-4865-948a-7ff309744809" providerId="ADAL" clId="{85CE66E5-B346-4DEF-ABFA-BDBBD9216C8E}" dt="2026-08-05T07:50:42.136" v="321" actId="165"/>
        <pc:sldMkLst>
          <pc:docMk/>
          <pc:sldMk cId="0" sldId="258"/>
        </pc:sldMkLst>
        <pc:spChg chg="mod">
          <ac:chgData name="Waheed Saif" userId="73092cb8-4f27-4865-948a-7ff309744809" providerId="ADAL" clId="{85CE66E5-B346-4DEF-ABFA-BDBBD9216C8E}" dt="2026-08-05T07:12:50.902" v="264" actId="553"/>
          <ac:spMkLst>
            <pc:docMk/>
            <pc:sldMk cId="0" sldId="258"/>
            <ac:spMk id="2" creationId="{00000000-0000-0000-0000-000000000000}"/>
          </ac:spMkLst>
        </pc:spChg>
        <pc:spChg chg="mod">
          <ac:chgData name="Waheed Saif" userId="73092cb8-4f27-4865-948a-7ff309744809" providerId="ADAL" clId="{85CE66E5-B346-4DEF-ABFA-BDBBD9216C8E}" dt="2026-08-05T07:50:23.438" v="317" actId="164"/>
          <ac:spMkLst>
            <pc:docMk/>
            <pc:sldMk cId="0" sldId="258"/>
            <ac:spMk id="3" creationId="{00000000-0000-0000-0000-000000000000}"/>
          </ac:spMkLst>
        </pc:spChg>
        <pc:spChg chg="mod">
          <ac:chgData name="Waheed Saif" userId="73092cb8-4f27-4865-948a-7ff309744809" providerId="ADAL" clId="{85CE66E5-B346-4DEF-ABFA-BDBBD9216C8E}" dt="2026-08-05T07:50:37.613" v="319" actId="164"/>
          <ac:spMkLst>
            <pc:docMk/>
            <pc:sldMk cId="0" sldId="258"/>
            <ac:spMk id="4" creationId="{00000000-0000-0000-0000-000000000000}"/>
          </ac:spMkLst>
        </pc:spChg>
        <pc:spChg chg="mod">
          <ac:chgData name="Waheed Saif" userId="73092cb8-4f27-4865-948a-7ff309744809" providerId="ADAL" clId="{85CE66E5-B346-4DEF-ABFA-BDBBD9216C8E}" dt="2026-08-05T07:50:23.438" v="317" actId="164"/>
          <ac:spMkLst>
            <pc:docMk/>
            <pc:sldMk cId="0" sldId="258"/>
            <ac:spMk id="6" creationId="{00000000-0000-0000-0000-000000000000}"/>
          </ac:spMkLst>
        </pc:spChg>
        <pc:spChg chg="mod topLvl">
          <ac:chgData name="Waheed Saif" userId="73092cb8-4f27-4865-948a-7ff309744809" providerId="ADAL" clId="{85CE66E5-B346-4DEF-ABFA-BDBBD9216C8E}" dt="2026-08-05T07:50:42.136" v="321" actId="165"/>
          <ac:spMkLst>
            <pc:docMk/>
            <pc:sldMk cId="0" sldId="258"/>
            <ac:spMk id="7" creationId="{00000000-0000-0000-0000-000000000000}"/>
          </ac:spMkLst>
        </pc:spChg>
        <pc:spChg chg="mod">
          <ac:chgData name="Waheed Saif" userId="73092cb8-4f27-4865-948a-7ff309744809" providerId="ADAL" clId="{85CE66E5-B346-4DEF-ABFA-BDBBD9216C8E}" dt="2026-08-05T07:09:11.465" v="83" actId="2711"/>
          <ac:spMkLst>
            <pc:docMk/>
            <pc:sldMk cId="0" sldId="258"/>
            <ac:spMk id="8" creationId="{00000000-0000-0000-0000-000000000000}"/>
          </ac:spMkLst>
        </pc:spChg>
        <pc:spChg chg="mod topLvl">
          <ac:chgData name="Waheed Saif" userId="73092cb8-4f27-4865-948a-7ff309744809" providerId="ADAL" clId="{85CE66E5-B346-4DEF-ABFA-BDBBD9216C8E}" dt="2026-08-05T07:50:42.136" v="321" actId="165"/>
          <ac:spMkLst>
            <pc:docMk/>
            <pc:sldMk cId="0" sldId="258"/>
            <ac:spMk id="9" creationId="{00000000-0000-0000-0000-000000000000}"/>
          </ac:spMkLst>
        </pc:spChg>
        <pc:spChg chg="mod">
          <ac:chgData name="Waheed Saif" userId="73092cb8-4f27-4865-948a-7ff309744809" providerId="ADAL" clId="{85CE66E5-B346-4DEF-ABFA-BDBBD9216C8E}" dt="2026-08-05T07:50:37.613" v="319" actId="164"/>
          <ac:spMkLst>
            <pc:docMk/>
            <pc:sldMk cId="0" sldId="258"/>
            <ac:spMk id="10" creationId="{00000000-0000-0000-0000-000000000000}"/>
          </ac:spMkLst>
        </pc:spChg>
        <pc:spChg chg="mod">
          <ac:chgData name="Waheed Saif" userId="73092cb8-4f27-4865-948a-7ff309744809" providerId="ADAL" clId="{85CE66E5-B346-4DEF-ABFA-BDBBD9216C8E}" dt="2026-08-05T07:50:23.438" v="317" actId="164"/>
          <ac:spMkLst>
            <pc:docMk/>
            <pc:sldMk cId="0" sldId="258"/>
            <ac:spMk id="12" creationId="{00000000-0000-0000-0000-000000000000}"/>
          </ac:spMkLst>
        </pc:spChg>
        <pc:spChg chg="mod topLvl">
          <ac:chgData name="Waheed Saif" userId="73092cb8-4f27-4865-948a-7ff309744809" providerId="ADAL" clId="{85CE66E5-B346-4DEF-ABFA-BDBBD9216C8E}" dt="2026-08-05T07:50:42.136" v="321" actId="165"/>
          <ac:spMkLst>
            <pc:docMk/>
            <pc:sldMk cId="0" sldId="258"/>
            <ac:spMk id="13" creationId="{00000000-0000-0000-0000-000000000000}"/>
          </ac:spMkLst>
        </pc:spChg>
        <pc:spChg chg="mod">
          <ac:chgData name="Waheed Saif" userId="73092cb8-4f27-4865-948a-7ff309744809" providerId="ADAL" clId="{85CE66E5-B346-4DEF-ABFA-BDBBD9216C8E}" dt="2026-08-05T07:09:11.465" v="83" actId="2711"/>
          <ac:spMkLst>
            <pc:docMk/>
            <pc:sldMk cId="0" sldId="258"/>
            <ac:spMk id="15" creationId="{00000000-0000-0000-0000-000000000000}"/>
          </ac:spMkLst>
        </pc:spChg>
        <pc:spChg chg="mod">
          <ac:chgData name="Waheed Saif" userId="73092cb8-4f27-4865-948a-7ff309744809" providerId="ADAL" clId="{85CE66E5-B346-4DEF-ABFA-BDBBD9216C8E}" dt="2026-08-05T07:50:37.613" v="319" actId="164"/>
          <ac:spMkLst>
            <pc:docMk/>
            <pc:sldMk cId="0" sldId="258"/>
            <ac:spMk id="16" creationId="{00000000-0000-0000-0000-000000000000}"/>
          </ac:spMkLst>
        </pc:spChg>
        <pc:spChg chg="mod">
          <ac:chgData name="Waheed Saif" userId="73092cb8-4f27-4865-948a-7ff309744809" providerId="ADAL" clId="{85CE66E5-B346-4DEF-ABFA-BDBBD9216C8E}" dt="2026-08-05T07:50:23.438" v="317" actId="164"/>
          <ac:spMkLst>
            <pc:docMk/>
            <pc:sldMk cId="0" sldId="258"/>
            <ac:spMk id="18" creationId="{00000000-0000-0000-0000-000000000000}"/>
          </ac:spMkLst>
        </pc:spChg>
        <pc:spChg chg="mod topLvl">
          <ac:chgData name="Waheed Saif" userId="73092cb8-4f27-4865-948a-7ff309744809" providerId="ADAL" clId="{85CE66E5-B346-4DEF-ABFA-BDBBD9216C8E}" dt="2026-08-05T07:50:42.136" v="321" actId="165"/>
          <ac:spMkLst>
            <pc:docMk/>
            <pc:sldMk cId="0" sldId="258"/>
            <ac:spMk id="19" creationId="{00000000-0000-0000-0000-000000000000}"/>
          </ac:spMkLst>
        </pc:spChg>
        <pc:spChg chg="mod">
          <ac:chgData name="Waheed Saif" userId="73092cb8-4f27-4865-948a-7ff309744809" providerId="ADAL" clId="{85CE66E5-B346-4DEF-ABFA-BDBBD9216C8E}" dt="2026-08-05T07:09:11.465" v="83" actId="2711"/>
          <ac:spMkLst>
            <pc:docMk/>
            <pc:sldMk cId="0" sldId="258"/>
            <ac:spMk id="20" creationId="{00000000-0000-0000-0000-000000000000}"/>
          </ac:spMkLst>
        </pc:spChg>
        <pc:spChg chg="mod">
          <ac:chgData name="Waheed Saif" userId="73092cb8-4f27-4865-948a-7ff309744809" providerId="ADAL" clId="{85CE66E5-B346-4DEF-ABFA-BDBBD9216C8E}" dt="2026-08-05T07:50:23.438" v="317" actId="164"/>
          <ac:spMkLst>
            <pc:docMk/>
            <pc:sldMk cId="0" sldId="258"/>
            <ac:spMk id="21" creationId="{00000000-0000-0000-0000-000000000000}"/>
          </ac:spMkLst>
        </pc:spChg>
        <pc:spChg chg="mod topLvl">
          <ac:chgData name="Waheed Saif" userId="73092cb8-4f27-4865-948a-7ff309744809" providerId="ADAL" clId="{85CE66E5-B346-4DEF-ABFA-BDBBD9216C8E}" dt="2026-08-05T07:50:42.136" v="321" actId="165"/>
          <ac:spMkLst>
            <pc:docMk/>
            <pc:sldMk cId="0" sldId="258"/>
            <ac:spMk id="22" creationId="{00000000-0000-0000-0000-000000000000}"/>
          </ac:spMkLst>
        </pc:spChg>
        <pc:spChg chg="mod">
          <ac:chgData name="Waheed Saif" userId="73092cb8-4f27-4865-948a-7ff309744809" providerId="ADAL" clId="{85CE66E5-B346-4DEF-ABFA-BDBBD9216C8E}" dt="2026-08-05T07:50:23.438" v="317" actId="164"/>
          <ac:spMkLst>
            <pc:docMk/>
            <pc:sldMk cId="0" sldId="258"/>
            <ac:spMk id="24" creationId="{00000000-0000-0000-0000-000000000000}"/>
          </ac:spMkLst>
        </pc:spChg>
        <pc:spChg chg="mod topLvl">
          <ac:chgData name="Waheed Saif" userId="73092cb8-4f27-4865-948a-7ff309744809" providerId="ADAL" clId="{85CE66E5-B346-4DEF-ABFA-BDBBD9216C8E}" dt="2026-08-05T07:50:42.136" v="321" actId="165"/>
          <ac:spMkLst>
            <pc:docMk/>
            <pc:sldMk cId="0" sldId="258"/>
            <ac:spMk id="25" creationId="{00000000-0000-0000-0000-000000000000}"/>
          </ac:spMkLst>
        </pc:spChg>
        <pc:spChg chg="mod">
          <ac:chgData name="Waheed Saif" userId="73092cb8-4f27-4865-948a-7ff309744809" providerId="ADAL" clId="{85CE66E5-B346-4DEF-ABFA-BDBBD9216C8E}" dt="2026-08-05T07:50:37.613" v="319" actId="164"/>
          <ac:spMkLst>
            <pc:docMk/>
            <pc:sldMk cId="0" sldId="258"/>
            <ac:spMk id="28" creationId="{00000000-0000-0000-0000-000000000000}"/>
          </ac:spMkLst>
        </pc:spChg>
        <pc:spChg chg="mod topLvl">
          <ac:chgData name="Waheed Saif" userId="73092cb8-4f27-4865-948a-7ff309744809" providerId="ADAL" clId="{85CE66E5-B346-4DEF-ABFA-BDBBD9216C8E}" dt="2026-08-05T07:50:42.136" v="321" actId="165"/>
          <ac:spMkLst>
            <pc:docMk/>
            <pc:sldMk cId="0" sldId="258"/>
            <ac:spMk id="30" creationId="{00000000-0000-0000-0000-000000000000}"/>
          </ac:spMkLst>
        </pc:spChg>
        <pc:spChg chg="mod">
          <ac:chgData name="Waheed Saif" userId="73092cb8-4f27-4865-948a-7ff309744809" providerId="ADAL" clId="{85CE66E5-B346-4DEF-ABFA-BDBBD9216C8E}" dt="2026-08-05T07:50:37.613" v="319" actId="164"/>
          <ac:spMkLst>
            <pc:docMk/>
            <pc:sldMk cId="0" sldId="258"/>
            <ac:spMk id="31" creationId="{00000000-0000-0000-0000-000000000000}"/>
          </ac:spMkLst>
        </pc:spChg>
        <pc:spChg chg="mod topLvl">
          <ac:chgData name="Waheed Saif" userId="73092cb8-4f27-4865-948a-7ff309744809" providerId="ADAL" clId="{85CE66E5-B346-4DEF-ABFA-BDBBD9216C8E}" dt="2026-08-05T07:50:42.136" v="321" actId="165"/>
          <ac:spMkLst>
            <pc:docMk/>
            <pc:sldMk cId="0" sldId="258"/>
            <ac:spMk id="33" creationId="{00000000-0000-0000-0000-000000000000}"/>
          </ac:spMkLst>
        </pc:spChg>
        <pc:spChg chg="mod topLvl">
          <ac:chgData name="Waheed Saif" userId="73092cb8-4f27-4865-948a-7ff309744809" providerId="ADAL" clId="{85CE66E5-B346-4DEF-ABFA-BDBBD9216C8E}" dt="2026-08-05T07:50:42.136" v="321" actId="165"/>
          <ac:spMkLst>
            <pc:docMk/>
            <pc:sldMk cId="0" sldId="258"/>
            <ac:spMk id="34" creationId="{00000000-0000-0000-0000-000000000000}"/>
          </ac:spMkLst>
        </pc:spChg>
        <pc:spChg chg="mod">
          <ac:chgData name="Waheed Saif" userId="73092cb8-4f27-4865-948a-7ff309744809" providerId="ADAL" clId="{85CE66E5-B346-4DEF-ABFA-BDBBD9216C8E}" dt="2026-08-05T07:09:11.465" v="83" actId="2711"/>
          <ac:spMkLst>
            <pc:docMk/>
            <pc:sldMk cId="0" sldId="258"/>
            <ac:spMk id="35" creationId="{00000000-0000-0000-0000-000000000000}"/>
          </ac:spMkLst>
        </pc:spChg>
        <pc:spChg chg="mod topLvl">
          <ac:chgData name="Waheed Saif" userId="73092cb8-4f27-4865-948a-7ff309744809" providerId="ADAL" clId="{85CE66E5-B346-4DEF-ABFA-BDBBD9216C8E}" dt="2026-08-05T07:50:42.136" v="321" actId="165"/>
          <ac:spMkLst>
            <pc:docMk/>
            <pc:sldMk cId="0" sldId="258"/>
            <ac:spMk id="36" creationId="{00000000-0000-0000-0000-000000000000}"/>
          </ac:spMkLst>
        </pc:spChg>
        <pc:grpChg chg="mod">
          <ac:chgData name="Waheed Saif" userId="73092cb8-4f27-4865-948a-7ff309744809" providerId="ADAL" clId="{85CE66E5-B346-4DEF-ABFA-BDBBD9216C8E}" dt="2026-08-05T07:50:40.337" v="320" actId="1076"/>
          <ac:grpSpMkLst>
            <pc:docMk/>
            <pc:sldMk cId="0" sldId="258"/>
            <ac:grpSpMk id="41" creationId="{ED967A57-4CC4-0B9C-DFE8-992EE8EABD17}"/>
          </ac:grpSpMkLst>
        </pc:grpChg>
        <pc:grpChg chg="mod">
          <ac:chgData name="Waheed Saif" userId="73092cb8-4f27-4865-948a-7ff309744809" providerId="ADAL" clId="{85CE66E5-B346-4DEF-ABFA-BDBBD9216C8E}" dt="2026-08-05T07:50:40.337" v="320" actId="1076"/>
          <ac:grpSpMkLst>
            <pc:docMk/>
            <pc:sldMk cId="0" sldId="258"/>
            <ac:grpSpMk id="42" creationId="{E1A46B8A-C81B-9280-BD94-BE5CD28EA6E0}"/>
          </ac:grpSpMkLst>
        </pc:grpChg>
      </pc:sldChg>
      <pc:sldChg chg="modSp mod">
        <pc:chgData name="Waheed Saif" userId="73092cb8-4f27-4865-948a-7ff309744809" providerId="ADAL" clId="{85CE66E5-B346-4DEF-ABFA-BDBBD9216C8E}" dt="2026-08-05T07:12:48.385" v="263" actId="553"/>
        <pc:sldMkLst>
          <pc:docMk/>
          <pc:sldMk cId="0" sldId="259"/>
        </pc:sldMkLst>
        <pc:spChg chg="mod">
          <ac:chgData name="Waheed Saif" userId="73092cb8-4f27-4865-948a-7ff309744809" providerId="ADAL" clId="{85CE66E5-B346-4DEF-ABFA-BDBBD9216C8E}" dt="2026-08-05T07:12:48.385" v="263" actId="553"/>
          <ac:spMkLst>
            <pc:docMk/>
            <pc:sldMk cId="0" sldId="259"/>
            <ac:spMk id="2" creationId="{00000000-0000-0000-0000-000000000000}"/>
          </ac:spMkLst>
        </pc:spChg>
        <pc:spChg chg="mod">
          <ac:chgData name="Waheed Saif" userId="73092cb8-4f27-4865-948a-7ff309744809" providerId="ADAL" clId="{85CE66E5-B346-4DEF-ABFA-BDBBD9216C8E}" dt="2026-08-05T07:12:48.385" v="263" actId="553"/>
          <ac:spMkLst>
            <pc:docMk/>
            <pc:sldMk cId="0" sldId="259"/>
            <ac:spMk id="3" creationId="{00000000-0000-0000-0000-000000000000}"/>
          </ac:spMkLst>
        </pc:spChg>
        <pc:spChg chg="mod">
          <ac:chgData name="Waheed Saif" userId="73092cb8-4f27-4865-948a-7ff309744809" providerId="ADAL" clId="{85CE66E5-B346-4DEF-ABFA-BDBBD9216C8E}" dt="2026-08-05T07:09:03.019" v="80" actId="122"/>
          <ac:spMkLst>
            <pc:docMk/>
            <pc:sldMk cId="0" sldId="259"/>
            <ac:spMk id="5" creationId="{00000000-0000-0000-0000-000000000000}"/>
          </ac:spMkLst>
        </pc:spChg>
        <pc:spChg chg="mod">
          <ac:chgData name="Waheed Saif" userId="73092cb8-4f27-4865-948a-7ff309744809" providerId="ADAL" clId="{85CE66E5-B346-4DEF-ABFA-BDBBD9216C8E}" dt="2026-08-05T07:08:59.009" v="79" actId="121"/>
          <ac:spMkLst>
            <pc:docMk/>
            <pc:sldMk cId="0" sldId="259"/>
            <ac:spMk id="9" creationId="{00000000-0000-0000-0000-000000000000}"/>
          </ac:spMkLst>
        </pc:spChg>
        <pc:spChg chg="mod">
          <ac:chgData name="Waheed Saif" userId="73092cb8-4f27-4865-948a-7ff309744809" providerId="ADAL" clId="{85CE66E5-B346-4DEF-ABFA-BDBBD9216C8E}" dt="2026-08-05T07:08:59.009" v="79" actId="121"/>
          <ac:spMkLst>
            <pc:docMk/>
            <pc:sldMk cId="0" sldId="259"/>
            <ac:spMk id="10" creationId="{00000000-0000-0000-0000-000000000000}"/>
          </ac:spMkLst>
        </pc:spChg>
        <pc:spChg chg="mod">
          <ac:chgData name="Waheed Saif" userId="73092cb8-4f27-4865-948a-7ff309744809" providerId="ADAL" clId="{85CE66E5-B346-4DEF-ABFA-BDBBD9216C8E}" dt="2026-08-05T07:08:59.009" v="79" actId="121"/>
          <ac:spMkLst>
            <pc:docMk/>
            <pc:sldMk cId="0" sldId="259"/>
            <ac:spMk id="11" creationId="{00000000-0000-0000-0000-000000000000}"/>
          </ac:spMkLst>
        </pc:spChg>
        <pc:spChg chg="mod">
          <ac:chgData name="Waheed Saif" userId="73092cb8-4f27-4865-948a-7ff309744809" providerId="ADAL" clId="{85CE66E5-B346-4DEF-ABFA-BDBBD9216C8E}" dt="2026-08-05T07:08:59.009" v="79" actId="121"/>
          <ac:spMkLst>
            <pc:docMk/>
            <pc:sldMk cId="0" sldId="259"/>
            <ac:spMk id="13" creationId="{00000000-0000-0000-0000-000000000000}"/>
          </ac:spMkLst>
        </pc:spChg>
        <pc:spChg chg="mod">
          <ac:chgData name="Waheed Saif" userId="73092cb8-4f27-4865-948a-7ff309744809" providerId="ADAL" clId="{85CE66E5-B346-4DEF-ABFA-BDBBD9216C8E}" dt="2026-08-05T07:09:03.019" v="80" actId="122"/>
          <ac:spMkLst>
            <pc:docMk/>
            <pc:sldMk cId="0" sldId="259"/>
            <ac:spMk id="14" creationId="{00000000-0000-0000-0000-000000000000}"/>
          </ac:spMkLst>
        </pc:spChg>
        <pc:spChg chg="mod">
          <ac:chgData name="Waheed Saif" userId="73092cb8-4f27-4865-948a-7ff309744809" providerId="ADAL" clId="{85CE66E5-B346-4DEF-ABFA-BDBBD9216C8E}" dt="2026-08-05T07:08:59.009" v="79" actId="121"/>
          <ac:spMkLst>
            <pc:docMk/>
            <pc:sldMk cId="0" sldId="259"/>
            <ac:spMk id="15" creationId="{00000000-0000-0000-0000-000000000000}"/>
          </ac:spMkLst>
        </pc:spChg>
        <pc:spChg chg="mod">
          <ac:chgData name="Waheed Saif" userId="73092cb8-4f27-4865-948a-7ff309744809" providerId="ADAL" clId="{85CE66E5-B346-4DEF-ABFA-BDBBD9216C8E}" dt="2026-08-05T07:08:59.009" v="79" actId="121"/>
          <ac:spMkLst>
            <pc:docMk/>
            <pc:sldMk cId="0" sldId="259"/>
            <ac:spMk id="17" creationId="{00000000-0000-0000-0000-000000000000}"/>
          </ac:spMkLst>
        </pc:spChg>
        <pc:spChg chg="mod">
          <ac:chgData name="Waheed Saif" userId="73092cb8-4f27-4865-948a-7ff309744809" providerId="ADAL" clId="{85CE66E5-B346-4DEF-ABFA-BDBBD9216C8E}" dt="2026-08-05T07:08:59.009" v="79" actId="121"/>
          <ac:spMkLst>
            <pc:docMk/>
            <pc:sldMk cId="0" sldId="259"/>
            <ac:spMk id="18" creationId="{00000000-0000-0000-0000-000000000000}"/>
          </ac:spMkLst>
        </pc:spChg>
        <pc:spChg chg="mod">
          <ac:chgData name="Waheed Saif" userId="73092cb8-4f27-4865-948a-7ff309744809" providerId="ADAL" clId="{85CE66E5-B346-4DEF-ABFA-BDBBD9216C8E}" dt="2026-08-05T07:08:59.009" v="79" actId="121"/>
          <ac:spMkLst>
            <pc:docMk/>
            <pc:sldMk cId="0" sldId="259"/>
            <ac:spMk id="21" creationId="{00000000-0000-0000-0000-000000000000}"/>
          </ac:spMkLst>
        </pc:spChg>
      </pc:sldChg>
      <pc:sldChg chg="modSp mod">
        <pc:chgData name="Waheed Saif" userId="73092cb8-4f27-4865-948a-7ff309744809" providerId="ADAL" clId="{85CE66E5-B346-4DEF-ABFA-BDBBD9216C8E}" dt="2026-08-05T07:12:46.232" v="262" actId="553"/>
        <pc:sldMkLst>
          <pc:docMk/>
          <pc:sldMk cId="0" sldId="260"/>
        </pc:sldMkLst>
        <pc:spChg chg="mod">
          <ac:chgData name="Waheed Saif" userId="73092cb8-4f27-4865-948a-7ff309744809" providerId="ADAL" clId="{85CE66E5-B346-4DEF-ABFA-BDBBD9216C8E}" dt="2026-08-05T07:12:46.232" v="262" actId="553"/>
          <ac:spMkLst>
            <pc:docMk/>
            <pc:sldMk cId="0" sldId="260"/>
            <ac:spMk id="2" creationId="{00000000-0000-0000-0000-000000000000}"/>
          </ac:spMkLst>
        </pc:spChg>
        <pc:spChg chg="mod">
          <ac:chgData name="Waheed Saif" userId="73092cb8-4f27-4865-948a-7ff309744809" providerId="ADAL" clId="{85CE66E5-B346-4DEF-ABFA-BDBBD9216C8E}" dt="2026-08-05T07:12:46.232" v="262" actId="553"/>
          <ac:spMkLst>
            <pc:docMk/>
            <pc:sldMk cId="0" sldId="260"/>
            <ac:spMk id="3" creationId="{00000000-0000-0000-0000-000000000000}"/>
          </ac:spMkLst>
        </pc:spChg>
        <pc:spChg chg="mod">
          <ac:chgData name="Waheed Saif" userId="73092cb8-4f27-4865-948a-7ff309744809" providerId="ADAL" clId="{85CE66E5-B346-4DEF-ABFA-BDBBD9216C8E}" dt="2026-08-05T07:08:52.324" v="76" actId="2711"/>
          <ac:spMkLst>
            <pc:docMk/>
            <pc:sldMk cId="0" sldId="260"/>
            <ac:spMk id="4" creationId="{00000000-0000-0000-0000-000000000000}"/>
          </ac:spMkLst>
        </pc:spChg>
        <pc:spChg chg="mod">
          <ac:chgData name="Waheed Saif" userId="73092cb8-4f27-4865-948a-7ff309744809" providerId="ADAL" clId="{85CE66E5-B346-4DEF-ABFA-BDBBD9216C8E}" dt="2026-08-05T07:08:52.324" v="76" actId="2711"/>
          <ac:spMkLst>
            <pc:docMk/>
            <pc:sldMk cId="0" sldId="260"/>
            <ac:spMk id="5" creationId="{00000000-0000-0000-0000-000000000000}"/>
          </ac:spMkLst>
        </pc:spChg>
        <pc:spChg chg="mod">
          <ac:chgData name="Waheed Saif" userId="73092cb8-4f27-4865-948a-7ff309744809" providerId="ADAL" clId="{85CE66E5-B346-4DEF-ABFA-BDBBD9216C8E}" dt="2026-08-05T07:08:52.324" v="76" actId="2711"/>
          <ac:spMkLst>
            <pc:docMk/>
            <pc:sldMk cId="0" sldId="260"/>
            <ac:spMk id="6" creationId="{00000000-0000-0000-0000-000000000000}"/>
          </ac:spMkLst>
        </pc:spChg>
        <pc:spChg chg="mod">
          <ac:chgData name="Waheed Saif" userId="73092cb8-4f27-4865-948a-7ff309744809" providerId="ADAL" clId="{85CE66E5-B346-4DEF-ABFA-BDBBD9216C8E}" dt="2026-08-05T07:08:52.324" v="76" actId="2711"/>
          <ac:spMkLst>
            <pc:docMk/>
            <pc:sldMk cId="0" sldId="260"/>
            <ac:spMk id="7" creationId="{00000000-0000-0000-0000-000000000000}"/>
          </ac:spMkLst>
        </pc:spChg>
        <pc:spChg chg="mod">
          <ac:chgData name="Waheed Saif" userId="73092cb8-4f27-4865-948a-7ff309744809" providerId="ADAL" clId="{85CE66E5-B346-4DEF-ABFA-BDBBD9216C8E}" dt="2026-08-05T07:08:52.324" v="76" actId="2711"/>
          <ac:spMkLst>
            <pc:docMk/>
            <pc:sldMk cId="0" sldId="260"/>
            <ac:spMk id="8" creationId="{00000000-0000-0000-0000-000000000000}"/>
          </ac:spMkLst>
        </pc:spChg>
        <pc:spChg chg="mod">
          <ac:chgData name="Waheed Saif" userId="73092cb8-4f27-4865-948a-7ff309744809" providerId="ADAL" clId="{85CE66E5-B346-4DEF-ABFA-BDBBD9216C8E}" dt="2026-08-05T07:08:52.324" v="76" actId="2711"/>
          <ac:spMkLst>
            <pc:docMk/>
            <pc:sldMk cId="0" sldId="260"/>
            <ac:spMk id="9" creationId="{00000000-0000-0000-0000-000000000000}"/>
          </ac:spMkLst>
        </pc:spChg>
        <pc:spChg chg="mod">
          <ac:chgData name="Waheed Saif" userId="73092cb8-4f27-4865-948a-7ff309744809" providerId="ADAL" clId="{85CE66E5-B346-4DEF-ABFA-BDBBD9216C8E}" dt="2026-08-05T07:08:52.324" v="76" actId="2711"/>
          <ac:spMkLst>
            <pc:docMk/>
            <pc:sldMk cId="0" sldId="260"/>
            <ac:spMk id="10" creationId="{00000000-0000-0000-0000-000000000000}"/>
          </ac:spMkLst>
        </pc:spChg>
      </pc:sldChg>
      <pc:sldChg chg="modSp mod">
        <pc:chgData name="Waheed Saif" userId="73092cb8-4f27-4865-948a-7ff309744809" providerId="ADAL" clId="{85CE66E5-B346-4DEF-ABFA-BDBBD9216C8E}" dt="2026-08-05T07:12:43.834" v="261" actId="553"/>
        <pc:sldMkLst>
          <pc:docMk/>
          <pc:sldMk cId="0" sldId="261"/>
        </pc:sldMkLst>
        <pc:spChg chg="mod">
          <ac:chgData name="Waheed Saif" userId="73092cb8-4f27-4865-948a-7ff309744809" providerId="ADAL" clId="{85CE66E5-B346-4DEF-ABFA-BDBBD9216C8E}" dt="2026-08-05T07:12:43.834" v="261" actId="553"/>
          <ac:spMkLst>
            <pc:docMk/>
            <pc:sldMk cId="0" sldId="261"/>
            <ac:spMk id="2" creationId="{00000000-0000-0000-0000-000000000000}"/>
          </ac:spMkLst>
        </pc:spChg>
        <pc:spChg chg="mod">
          <ac:chgData name="Waheed Saif" userId="73092cb8-4f27-4865-948a-7ff309744809" providerId="ADAL" clId="{85CE66E5-B346-4DEF-ABFA-BDBBD9216C8E}" dt="2026-08-05T07:12:43.834" v="261" actId="553"/>
          <ac:spMkLst>
            <pc:docMk/>
            <pc:sldMk cId="0" sldId="261"/>
            <ac:spMk id="3" creationId="{00000000-0000-0000-0000-000000000000}"/>
          </ac:spMkLst>
        </pc:spChg>
        <pc:spChg chg="mod">
          <ac:chgData name="Waheed Saif" userId="73092cb8-4f27-4865-948a-7ff309744809" providerId="ADAL" clId="{85CE66E5-B346-4DEF-ABFA-BDBBD9216C8E}" dt="2026-08-05T07:08:45.854" v="73" actId="121"/>
          <ac:spMkLst>
            <pc:docMk/>
            <pc:sldMk cId="0" sldId="261"/>
            <ac:spMk id="5" creationId="{00000000-0000-0000-0000-000000000000}"/>
          </ac:spMkLst>
        </pc:spChg>
        <pc:spChg chg="mod">
          <ac:chgData name="Waheed Saif" userId="73092cb8-4f27-4865-948a-7ff309744809" providerId="ADAL" clId="{85CE66E5-B346-4DEF-ABFA-BDBBD9216C8E}" dt="2026-08-05T07:08:45.854" v="73" actId="121"/>
          <ac:spMkLst>
            <pc:docMk/>
            <pc:sldMk cId="0" sldId="261"/>
            <ac:spMk id="6" creationId="{00000000-0000-0000-0000-000000000000}"/>
          </ac:spMkLst>
        </pc:spChg>
        <pc:graphicFrameChg chg="mod">
          <ac:chgData name="Waheed Saif" userId="73092cb8-4f27-4865-948a-7ff309744809" providerId="ADAL" clId="{85CE66E5-B346-4DEF-ABFA-BDBBD9216C8E}" dt="2026-08-05T07:12:43.834" v="261" actId="553"/>
          <ac:graphicFrameMkLst>
            <pc:docMk/>
            <pc:sldMk cId="0" sldId="261"/>
            <ac:graphicFrameMk id="4" creationId="{00000000-0000-0000-0000-000000000000}"/>
          </ac:graphicFrameMkLst>
        </pc:graphicFrameChg>
      </pc:sldChg>
      <pc:sldChg chg="modSp mod">
        <pc:chgData name="Waheed Saif" userId="73092cb8-4f27-4865-948a-7ff309744809" providerId="ADAL" clId="{85CE66E5-B346-4DEF-ABFA-BDBBD9216C8E}" dt="2026-08-05T07:51:05.686" v="323" actId="20577"/>
        <pc:sldMkLst>
          <pc:docMk/>
          <pc:sldMk cId="0" sldId="262"/>
        </pc:sldMkLst>
        <pc:spChg chg="mod">
          <ac:chgData name="Waheed Saif" userId="73092cb8-4f27-4865-948a-7ff309744809" providerId="ADAL" clId="{85CE66E5-B346-4DEF-ABFA-BDBBD9216C8E}" dt="2026-08-05T07:12:41.023" v="260" actId="553"/>
          <ac:spMkLst>
            <pc:docMk/>
            <pc:sldMk cId="0" sldId="262"/>
            <ac:spMk id="2" creationId="{00000000-0000-0000-0000-000000000000}"/>
          </ac:spMkLst>
        </pc:spChg>
        <pc:spChg chg="mod">
          <ac:chgData name="Waheed Saif" userId="73092cb8-4f27-4865-948a-7ff309744809" providerId="ADAL" clId="{85CE66E5-B346-4DEF-ABFA-BDBBD9216C8E}" dt="2026-08-05T07:51:05.686" v="323" actId="20577"/>
          <ac:spMkLst>
            <pc:docMk/>
            <pc:sldMk cId="0" sldId="262"/>
            <ac:spMk id="3" creationId="{00000000-0000-0000-0000-000000000000}"/>
          </ac:spMkLst>
        </pc:spChg>
        <pc:spChg chg="mod">
          <ac:chgData name="Waheed Saif" userId="73092cb8-4f27-4865-948a-7ff309744809" providerId="ADAL" clId="{85CE66E5-B346-4DEF-ABFA-BDBBD9216C8E}" dt="2026-08-05T07:08:37.947" v="70" actId="121"/>
          <ac:spMkLst>
            <pc:docMk/>
            <pc:sldMk cId="0" sldId="262"/>
            <ac:spMk id="5" creationId="{00000000-0000-0000-0000-000000000000}"/>
          </ac:spMkLst>
        </pc:spChg>
        <pc:spChg chg="mod">
          <ac:chgData name="Waheed Saif" userId="73092cb8-4f27-4865-948a-7ff309744809" providerId="ADAL" clId="{85CE66E5-B346-4DEF-ABFA-BDBBD9216C8E}" dt="2026-08-05T07:08:37.947" v="70" actId="121"/>
          <ac:spMkLst>
            <pc:docMk/>
            <pc:sldMk cId="0" sldId="262"/>
            <ac:spMk id="6" creationId="{00000000-0000-0000-0000-000000000000}"/>
          </ac:spMkLst>
        </pc:spChg>
        <pc:spChg chg="mod">
          <ac:chgData name="Waheed Saif" userId="73092cb8-4f27-4865-948a-7ff309744809" providerId="ADAL" clId="{85CE66E5-B346-4DEF-ABFA-BDBBD9216C8E}" dt="2026-08-05T07:08:37.947" v="70" actId="121"/>
          <ac:spMkLst>
            <pc:docMk/>
            <pc:sldMk cId="0" sldId="262"/>
            <ac:spMk id="7" creationId="{00000000-0000-0000-0000-000000000000}"/>
          </ac:spMkLst>
        </pc:spChg>
        <pc:spChg chg="mod">
          <ac:chgData name="Waheed Saif" userId="73092cb8-4f27-4865-948a-7ff309744809" providerId="ADAL" clId="{85CE66E5-B346-4DEF-ABFA-BDBBD9216C8E}" dt="2026-08-05T07:08:37.947" v="70" actId="121"/>
          <ac:spMkLst>
            <pc:docMk/>
            <pc:sldMk cId="0" sldId="262"/>
            <ac:spMk id="8" creationId="{00000000-0000-0000-0000-000000000000}"/>
          </ac:spMkLst>
        </pc:spChg>
        <pc:graphicFrameChg chg="mod">
          <ac:chgData name="Waheed Saif" userId="73092cb8-4f27-4865-948a-7ff309744809" providerId="ADAL" clId="{85CE66E5-B346-4DEF-ABFA-BDBBD9216C8E}" dt="2026-08-05T07:12:41.023" v="260" actId="553"/>
          <ac:graphicFrameMkLst>
            <pc:docMk/>
            <pc:sldMk cId="0" sldId="262"/>
            <ac:graphicFrameMk id="4" creationId="{00000000-0000-0000-0000-000000000000}"/>
          </ac:graphicFrameMkLst>
        </pc:graphicFrameChg>
      </pc:sldChg>
      <pc:sldChg chg="modSp mod">
        <pc:chgData name="Waheed Saif" userId="73092cb8-4f27-4865-948a-7ff309744809" providerId="ADAL" clId="{85CE66E5-B346-4DEF-ABFA-BDBBD9216C8E}" dt="2026-08-05T07:12:37.880" v="259" actId="553"/>
        <pc:sldMkLst>
          <pc:docMk/>
          <pc:sldMk cId="0" sldId="263"/>
        </pc:sldMkLst>
        <pc:spChg chg="mod">
          <ac:chgData name="Waheed Saif" userId="73092cb8-4f27-4865-948a-7ff309744809" providerId="ADAL" clId="{85CE66E5-B346-4DEF-ABFA-BDBBD9216C8E}" dt="2026-08-05T07:12:37.880" v="259" actId="553"/>
          <ac:spMkLst>
            <pc:docMk/>
            <pc:sldMk cId="0" sldId="263"/>
            <ac:spMk id="2" creationId="{00000000-0000-0000-0000-000000000000}"/>
          </ac:spMkLst>
        </pc:spChg>
        <pc:spChg chg="mod">
          <ac:chgData name="Waheed Saif" userId="73092cb8-4f27-4865-948a-7ff309744809" providerId="ADAL" clId="{85CE66E5-B346-4DEF-ABFA-BDBBD9216C8E}" dt="2026-08-05T07:12:37.880" v="259" actId="553"/>
          <ac:spMkLst>
            <pc:docMk/>
            <pc:sldMk cId="0" sldId="263"/>
            <ac:spMk id="3" creationId="{00000000-0000-0000-0000-000000000000}"/>
          </ac:spMkLst>
        </pc:spChg>
        <pc:spChg chg="mod">
          <ac:chgData name="Waheed Saif" userId="73092cb8-4f27-4865-948a-7ff309744809" providerId="ADAL" clId="{85CE66E5-B346-4DEF-ABFA-BDBBD9216C8E}" dt="2026-08-05T07:08:27.237" v="67" actId="121"/>
          <ac:spMkLst>
            <pc:docMk/>
            <pc:sldMk cId="0" sldId="263"/>
            <ac:spMk id="6" creationId="{00000000-0000-0000-0000-000000000000}"/>
          </ac:spMkLst>
        </pc:spChg>
        <pc:spChg chg="mod">
          <ac:chgData name="Waheed Saif" userId="73092cb8-4f27-4865-948a-7ff309744809" providerId="ADAL" clId="{85CE66E5-B346-4DEF-ABFA-BDBBD9216C8E}" dt="2026-08-05T07:08:27.237" v="67" actId="121"/>
          <ac:spMkLst>
            <pc:docMk/>
            <pc:sldMk cId="0" sldId="263"/>
            <ac:spMk id="7" creationId="{00000000-0000-0000-0000-000000000000}"/>
          </ac:spMkLst>
        </pc:spChg>
        <pc:spChg chg="mod">
          <ac:chgData name="Waheed Saif" userId="73092cb8-4f27-4865-948a-7ff309744809" providerId="ADAL" clId="{85CE66E5-B346-4DEF-ABFA-BDBBD9216C8E}" dt="2026-08-05T07:08:27.237" v="67" actId="121"/>
          <ac:spMkLst>
            <pc:docMk/>
            <pc:sldMk cId="0" sldId="263"/>
            <ac:spMk id="8" creationId="{00000000-0000-0000-0000-000000000000}"/>
          </ac:spMkLst>
        </pc:spChg>
        <pc:graphicFrameChg chg="mod">
          <ac:chgData name="Waheed Saif" userId="73092cb8-4f27-4865-948a-7ff309744809" providerId="ADAL" clId="{85CE66E5-B346-4DEF-ABFA-BDBBD9216C8E}" dt="2026-08-05T07:08:24.980" v="66" actId="782"/>
          <ac:graphicFrameMkLst>
            <pc:docMk/>
            <pc:sldMk cId="0" sldId="263"/>
            <ac:graphicFrameMk id="4" creationId="{00000000-0000-0000-0000-000000000000}"/>
          </ac:graphicFrameMkLst>
        </pc:graphicFrameChg>
        <pc:graphicFrameChg chg="mod">
          <ac:chgData name="Waheed Saif" userId="73092cb8-4f27-4865-948a-7ff309744809" providerId="ADAL" clId="{85CE66E5-B346-4DEF-ABFA-BDBBD9216C8E}" dt="2026-08-05T07:12:37.880" v="259" actId="553"/>
          <ac:graphicFrameMkLst>
            <pc:docMk/>
            <pc:sldMk cId="0" sldId="263"/>
            <ac:graphicFrameMk id="9" creationId="{00000000-0000-0000-0000-000000000000}"/>
          </ac:graphicFrameMkLst>
        </pc:graphicFrameChg>
      </pc:sldChg>
      <pc:sldChg chg="modSp mod">
        <pc:chgData name="Waheed Saif" userId="73092cb8-4f27-4865-948a-7ff309744809" providerId="ADAL" clId="{85CE66E5-B346-4DEF-ABFA-BDBBD9216C8E}" dt="2026-08-05T07:53:32.445" v="338" actId="782"/>
        <pc:sldMkLst>
          <pc:docMk/>
          <pc:sldMk cId="0" sldId="264"/>
        </pc:sldMkLst>
        <pc:spChg chg="mod">
          <ac:chgData name="Waheed Saif" userId="73092cb8-4f27-4865-948a-7ff309744809" providerId="ADAL" clId="{85CE66E5-B346-4DEF-ABFA-BDBBD9216C8E}" dt="2026-08-05T07:12:34.349" v="258" actId="553"/>
          <ac:spMkLst>
            <pc:docMk/>
            <pc:sldMk cId="0" sldId="264"/>
            <ac:spMk id="2" creationId="{00000000-0000-0000-0000-000000000000}"/>
          </ac:spMkLst>
        </pc:spChg>
        <pc:spChg chg="mod">
          <ac:chgData name="Waheed Saif" userId="73092cb8-4f27-4865-948a-7ff309744809" providerId="ADAL" clId="{85CE66E5-B346-4DEF-ABFA-BDBBD9216C8E}" dt="2026-08-05T07:12:34.349" v="258" actId="553"/>
          <ac:spMkLst>
            <pc:docMk/>
            <pc:sldMk cId="0" sldId="264"/>
            <ac:spMk id="3" creationId="{00000000-0000-0000-0000-000000000000}"/>
          </ac:spMkLst>
        </pc:spChg>
        <pc:spChg chg="mod">
          <ac:chgData name="Waheed Saif" userId="73092cb8-4f27-4865-948a-7ff309744809" providerId="ADAL" clId="{85CE66E5-B346-4DEF-ABFA-BDBBD9216C8E}" dt="2026-08-05T07:12:34.349" v="258" actId="553"/>
          <ac:spMkLst>
            <pc:docMk/>
            <pc:sldMk cId="0" sldId="264"/>
            <ac:spMk id="5" creationId="{00000000-0000-0000-0000-000000000000}"/>
          </ac:spMkLst>
        </pc:spChg>
        <pc:spChg chg="mod">
          <ac:chgData name="Waheed Saif" userId="73092cb8-4f27-4865-948a-7ff309744809" providerId="ADAL" clId="{85CE66E5-B346-4DEF-ABFA-BDBBD9216C8E}" dt="2026-08-05T07:08:18.953" v="64" actId="121"/>
          <ac:spMkLst>
            <pc:docMk/>
            <pc:sldMk cId="0" sldId="264"/>
            <ac:spMk id="6" creationId="{00000000-0000-0000-0000-000000000000}"/>
          </ac:spMkLst>
        </pc:spChg>
        <pc:spChg chg="mod">
          <ac:chgData name="Waheed Saif" userId="73092cb8-4f27-4865-948a-7ff309744809" providerId="ADAL" clId="{85CE66E5-B346-4DEF-ABFA-BDBBD9216C8E}" dt="2026-08-05T07:08:18.953" v="64" actId="121"/>
          <ac:spMkLst>
            <pc:docMk/>
            <pc:sldMk cId="0" sldId="264"/>
            <ac:spMk id="7" creationId="{00000000-0000-0000-0000-000000000000}"/>
          </ac:spMkLst>
        </pc:spChg>
        <pc:spChg chg="mod">
          <ac:chgData name="Waheed Saif" userId="73092cb8-4f27-4865-948a-7ff309744809" providerId="ADAL" clId="{85CE66E5-B346-4DEF-ABFA-BDBBD9216C8E}" dt="2026-08-05T07:08:18.953" v="64" actId="121"/>
          <ac:spMkLst>
            <pc:docMk/>
            <pc:sldMk cId="0" sldId="264"/>
            <ac:spMk id="8" creationId="{00000000-0000-0000-0000-000000000000}"/>
          </ac:spMkLst>
        </pc:spChg>
        <pc:spChg chg="mod">
          <ac:chgData name="Waheed Saif" userId="73092cb8-4f27-4865-948a-7ff309744809" providerId="ADAL" clId="{85CE66E5-B346-4DEF-ABFA-BDBBD9216C8E}" dt="2026-08-05T07:08:18.953" v="64" actId="121"/>
          <ac:spMkLst>
            <pc:docMk/>
            <pc:sldMk cId="0" sldId="264"/>
            <ac:spMk id="9" creationId="{00000000-0000-0000-0000-000000000000}"/>
          </ac:spMkLst>
        </pc:spChg>
        <pc:spChg chg="mod">
          <ac:chgData name="Waheed Saif" userId="73092cb8-4f27-4865-948a-7ff309744809" providerId="ADAL" clId="{85CE66E5-B346-4DEF-ABFA-BDBBD9216C8E}" dt="2026-08-05T07:08:18.953" v="64" actId="121"/>
          <ac:spMkLst>
            <pc:docMk/>
            <pc:sldMk cId="0" sldId="264"/>
            <ac:spMk id="10" creationId="{00000000-0000-0000-0000-000000000000}"/>
          </ac:spMkLst>
        </pc:spChg>
        <pc:spChg chg="mod">
          <ac:chgData name="Waheed Saif" userId="73092cb8-4f27-4865-948a-7ff309744809" providerId="ADAL" clId="{85CE66E5-B346-4DEF-ABFA-BDBBD9216C8E}" dt="2026-08-05T07:08:18.953" v="64" actId="121"/>
          <ac:spMkLst>
            <pc:docMk/>
            <pc:sldMk cId="0" sldId="264"/>
            <ac:spMk id="11" creationId="{00000000-0000-0000-0000-000000000000}"/>
          </ac:spMkLst>
        </pc:spChg>
        <pc:spChg chg="mod">
          <ac:chgData name="Waheed Saif" userId="73092cb8-4f27-4865-948a-7ff309744809" providerId="ADAL" clId="{85CE66E5-B346-4DEF-ABFA-BDBBD9216C8E}" dt="2026-08-05T07:08:18.953" v="64" actId="121"/>
          <ac:spMkLst>
            <pc:docMk/>
            <pc:sldMk cId="0" sldId="264"/>
            <ac:spMk id="12" creationId="{00000000-0000-0000-0000-000000000000}"/>
          </ac:spMkLst>
        </pc:spChg>
        <pc:graphicFrameChg chg="mod">
          <ac:chgData name="Waheed Saif" userId="73092cb8-4f27-4865-948a-7ff309744809" providerId="ADAL" clId="{85CE66E5-B346-4DEF-ABFA-BDBBD9216C8E}" dt="2026-08-05T07:53:32.445" v="338" actId="782"/>
          <ac:graphicFrameMkLst>
            <pc:docMk/>
            <pc:sldMk cId="0" sldId="264"/>
            <ac:graphicFrameMk id="4" creationId="{00000000-0000-0000-0000-000000000000}"/>
          </ac:graphicFrameMkLst>
        </pc:graphicFrameChg>
      </pc:sldChg>
      <pc:sldChg chg="modSp mod">
        <pc:chgData name="Waheed Saif" userId="73092cb8-4f27-4865-948a-7ff309744809" providerId="ADAL" clId="{85CE66E5-B346-4DEF-ABFA-BDBBD9216C8E}" dt="2026-08-05T07:51:23.048" v="325" actId="20577"/>
        <pc:sldMkLst>
          <pc:docMk/>
          <pc:sldMk cId="0" sldId="265"/>
        </pc:sldMkLst>
        <pc:spChg chg="mod">
          <ac:chgData name="Waheed Saif" userId="73092cb8-4f27-4865-948a-7ff309744809" providerId="ADAL" clId="{85CE66E5-B346-4DEF-ABFA-BDBBD9216C8E}" dt="2026-08-05T07:12:31.360" v="257" actId="553"/>
          <ac:spMkLst>
            <pc:docMk/>
            <pc:sldMk cId="0" sldId="265"/>
            <ac:spMk id="2" creationId="{00000000-0000-0000-0000-000000000000}"/>
          </ac:spMkLst>
        </pc:spChg>
        <pc:spChg chg="mod">
          <ac:chgData name="Waheed Saif" userId="73092cb8-4f27-4865-948a-7ff309744809" providerId="ADAL" clId="{85CE66E5-B346-4DEF-ABFA-BDBBD9216C8E}" dt="2026-08-05T07:51:23.048" v="325" actId="20577"/>
          <ac:spMkLst>
            <pc:docMk/>
            <pc:sldMk cId="0" sldId="265"/>
            <ac:spMk id="3" creationId="{00000000-0000-0000-0000-000000000000}"/>
          </ac:spMkLst>
        </pc:spChg>
        <pc:spChg chg="mod">
          <ac:chgData name="Waheed Saif" userId="73092cb8-4f27-4865-948a-7ff309744809" providerId="ADAL" clId="{85CE66E5-B346-4DEF-ABFA-BDBBD9216C8E}" dt="2026-08-05T07:13:40.729" v="297" actId="122"/>
          <ac:spMkLst>
            <pc:docMk/>
            <pc:sldMk cId="0" sldId="265"/>
            <ac:spMk id="8" creationId="{00000000-0000-0000-0000-000000000000}"/>
          </ac:spMkLst>
        </pc:spChg>
        <pc:spChg chg="mod">
          <ac:chgData name="Waheed Saif" userId="73092cb8-4f27-4865-948a-7ff309744809" providerId="ADAL" clId="{85CE66E5-B346-4DEF-ABFA-BDBBD9216C8E}" dt="2026-08-05T07:13:40.729" v="297" actId="122"/>
          <ac:spMkLst>
            <pc:docMk/>
            <pc:sldMk cId="0" sldId="265"/>
            <ac:spMk id="9" creationId="{00000000-0000-0000-0000-000000000000}"/>
          </ac:spMkLst>
        </pc:spChg>
        <pc:spChg chg="mod">
          <ac:chgData name="Waheed Saif" userId="73092cb8-4f27-4865-948a-7ff309744809" providerId="ADAL" clId="{85CE66E5-B346-4DEF-ABFA-BDBBD9216C8E}" dt="2026-08-05T07:13:40.729" v="297" actId="122"/>
          <ac:spMkLst>
            <pc:docMk/>
            <pc:sldMk cId="0" sldId="265"/>
            <ac:spMk id="10" creationId="{00000000-0000-0000-0000-000000000000}"/>
          </ac:spMkLst>
        </pc:spChg>
        <pc:spChg chg="mod">
          <ac:chgData name="Waheed Saif" userId="73092cb8-4f27-4865-948a-7ff309744809" providerId="ADAL" clId="{85CE66E5-B346-4DEF-ABFA-BDBBD9216C8E}" dt="2026-08-05T07:13:40.729" v="297" actId="122"/>
          <ac:spMkLst>
            <pc:docMk/>
            <pc:sldMk cId="0" sldId="265"/>
            <ac:spMk id="12" creationId="{00000000-0000-0000-0000-000000000000}"/>
          </ac:spMkLst>
        </pc:spChg>
        <pc:spChg chg="mod">
          <ac:chgData name="Waheed Saif" userId="73092cb8-4f27-4865-948a-7ff309744809" providerId="ADAL" clId="{85CE66E5-B346-4DEF-ABFA-BDBBD9216C8E}" dt="2026-08-05T07:13:40.729" v="297" actId="122"/>
          <ac:spMkLst>
            <pc:docMk/>
            <pc:sldMk cId="0" sldId="265"/>
            <ac:spMk id="13" creationId="{00000000-0000-0000-0000-000000000000}"/>
          </ac:spMkLst>
        </pc:spChg>
        <pc:spChg chg="mod">
          <ac:chgData name="Waheed Saif" userId="73092cb8-4f27-4865-948a-7ff309744809" providerId="ADAL" clId="{85CE66E5-B346-4DEF-ABFA-BDBBD9216C8E}" dt="2026-08-05T07:13:40.729" v="297" actId="122"/>
          <ac:spMkLst>
            <pc:docMk/>
            <pc:sldMk cId="0" sldId="265"/>
            <ac:spMk id="16" creationId="{00000000-0000-0000-0000-000000000000}"/>
          </ac:spMkLst>
        </pc:spChg>
        <pc:spChg chg="mod">
          <ac:chgData name="Waheed Saif" userId="73092cb8-4f27-4865-948a-7ff309744809" providerId="ADAL" clId="{85CE66E5-B346-4DEF-ABFA-BDBBD9216C8E}" dt="2026-08-05T07:13:40.729" v="297" actId="122"/>
          <ac:spMkLst>
            <pc:docMk/>
            <pc:sldMk cId="0" sldId="265"/>
            <ac:spMk id="20" creationId="{00000000-0000-0000-0000-000000000000}"/>
          </ac:spMkLst>
        </pc:spChg>
        <pc:spChg chg="mod">
          <ac:chgData name="Waheed Saif" userId="73092cb8-4f27-4865-948a-7ff309744809" providerId="ADAL" clId="{85CE66E5-B346-4DEF-ABFA-BDBBD9216C8E}" dt="2026-08-05T07:13:40.729" v="297" actId="122"/>
          <ac:spMkLst>
            <pc:docMk/>
            <pc:sldMk cId="0" sldId="265"/>
            <ac:spMk id="21" creationId="{00000000-0000-0000-0000-000000000000}"/>
          </ac:spMkLst>
        </pc:spChg>
        <pc:spChg chg="mod">
          <ac:chgData name="Waheed Saif" userId="73092cb8-4f27-4865-948a-7ff309744809" providerId="ADAL" clId="{85CE66E5-B346-4DEF-ABFA-BDBBD9216C8E}" dt="2026-08-05T07:13:40.729" v="297" actId="122"/>
          <ac:spMkLst>
            <pc:docMk/>
            <pc:sldMk cId="0" sldId="265"/>
            <ac:spMk id="25" creationId="{00000000-0000-0000-0000-000000000000}"/>
          </ac:spMkLst>
        </pc:spChg>
        <pc:spChg chg="mod">
          <ac:chgData name="Waheed Saif" userId="73092cb8-4f27-4865-948a-7ff309744809" providerId="ADAL" clId="{85CE66E5-B346-4DEF-ABFA-BDBBD9216C8E}" dt="2026-08-05T07:13:40.729" v="297" actId="122"/>
          <ac:spMkLst>
            <pc:docMk/>
            <pc:sldMk cId="0" sldId="265"/>
            <ac:spMk id="27" creationId="{00000000-0000-0000-0000-000000000000}"/>
          </ac:spMkLst>
        </pc:spChg>
        <pc:spChg chg="mod">
          <ac:chgData name="Waheed Saif" userId="73092cb8-4f27-4865-948a-7ff309744809" providerId="ADAL" clId="{85CE66E5-B346-4DEF-ABFA-BDBBD9216C8E}" dt="2026-08-05T07:08:09.823" v="61" actId="2711"/>
          <ac:spMkLst>
            <pc:docMk/>
            <pc:sldMk cId="0" sldId="265"/>
            <ac:spMk id="28" creationId="{00000000-0000-0000-0000-000000000000}"/>
          </ac:spMkLst>
        </pc:spChg>
        <pc:spChg chg="mod">
          <ac:chgData name="Waheed Saif" userId="73092cb8-4f27-4865-948a-7ff309744809" providerId="ADAL" clId="{85CE66E5-B346-4DEF-ABFA-BDBBD9216C8E}" dt="2026-08-05T07:08:09.823" v="61" actId="2711"/>
          <ac:spMkLst>
            <pc:docMk/>
            <pc:sldMk cId="0" sldId="265"/>
            <ac:spMk id="29" creationId="{00000000-0000-0000-0000-000000000000}"/>
          </ac:spMkLst>
        </pc:spChg>
      </pc:sldChg>
      <pc:sldChg chg="modSp mod">
        <pc:chgData name="Waheed Saif" userId="73092cb8-4f27-4865-948a-7ff309744809" providerId="ADAL" clId="{85CE66E5-B346-4DEF-ABFA-BDBBD9216C8E}" dt="2026-08-05T07:12:27.865" v="256" actId="553"/>
        <pc:sldMkLst>
          <pc:docMk/>
          <pc:sldMk cId="0" sldId="266"/>
        </pc:sldMkLst>
        <pc:spChg chg="mod">
          <ac:chgData name="Waheed Saif" userId="73092cb8-4f27-4865-948a-7ff309744809" providerId="ADAL" clId="{85CE66E5-B346-4DEF-ABFA-BDBBD9216C8E}" dt="2026-08-05T07:12:27.865" v="256" actId="553"/>
          <ac:spMkLst>
            <pc:docMk/>
            <pc:sldMk cId="0" sldId="266"/>
            <ac:spMk id="2" creationId="{00000000-0000-0000-0000-000000000000}"/>
          </ac:spMkLst>
        </pc:spChg>
        <pc:spChg chg="mod">
          <ac:chgData name="Waheed Saif" userId="73092cb8-4f27-4865-948a-7ff309744809" providerId="ADAL" clId="{85CE66E5-B346-4DEF-ABFA-BDBBD9216C8E}" dt="2026-08-05T07:12:27.865" v="256" actId="553"/>
          <ac:spMkLst>
            <pc:docMk/>
            <pc:sldMk cId="0" sldId="266"/>
            <ac:spMk id="3" creationId="{00000000-0000-0000-0000-000000000000}"/>
          </ac:spMkLst>
        </pc:spChg>
        <pc:spChg chg="mod">
          <ac:chgData name="Waheed Saif" userId="73092cb8-4f27-4865-948a-7ff309744809" providerId="ADAL" clId="{85CE66E5-B346-4DEF-ABFA-BDBBD9216C8E}" dt="2026-08-05T07:12:27.865" v="256" actId="553"/>
          <ac:spMkLst>
            <pc:docMk/>
            <pc:sldMk cId="0" sldId="266"/>
            <ac:spMk id="5" creationId="{00000000-0000-0000-0000-000000000000}"/>
          </ac:spMkLst>
        </pc:spChg>
        <pc:spChg chg="mod">
          <ac:chgData name="Waheed Saif" userId="73092cb8-4f27-4865-948a-7ff309744809" providerId="ADAL" clId="{85CE66E5-B346-4DEF-ABFA-BDBBD9216C8E}" dt="2026-08-05T07:08:02.053" v="58" actId="121"/>
          <ac:spMkLst>
            <pc:docMk/>
            <pc:sldMk cId="0" sldId="266"/>
            <ac:spMk id="6" creationId="{00000000-0000-0000-0000-000000000000}"/>
          </ac:spMkLst>
        </pc:spChg>
        <pc:spChg chg="mod">
          <ac:chgData name="Waheed Saif" userId="73092cb8-4f27-4865-948a-7ff309744809" providerId="ADAL" clId="{85CE66E5-B346-4DEF-ABFA-BDBBD9216C8E}" dt="2026-08-05T07:08:02.053" v="58" actId="121"/>
          <ac:spMkLst>
            <pc:docMk/>
            <pc:sldMk cId="0" sldId="266"/>
            <ac:spMk id="7" creationId="{00000000-0000-0000-0000-000000000000}"/>
          </ac:spMkLst>
        </pc:spChg>
        <pc:spChg chg="mod">
          <ac:chgData name="Waheed Saif" userId="73092cb8-4f27-4865-948a-7ff309744809" providerId="ADAL" clId="{85CE66E5-B346-4DEF-ABFA-BDBBD9216C8E}" dt="2026-08-05T07:08:02.053" v="58" actId="121"/>
          <ac:spMkLst>
            <pc:docMk/>
            <pc:sldMk cId="0" sldId="266"/>
            <ac:spMk id="8" creationId="{00000000-0000-0000-0000-000000000000}"/>
          </ac:spMkLst>
        </pc:spChg>
        <pc:spChg chg="mod">
          <ac:chgData name="Waheed Saif" userId="73092cb8-4f27-4865-948a-7ff309744809" providerId="ADAL" clId="{85CE66E5-B346-4DEF-ABFA-BDBBD9216C8E}" dt="2026-08-05T07:08:02.053" v="58" actId="121"/>
          <ac:spMkLst>
            <pc:docMk/>
            <pc:sldMk cId="0" sldId="266"/>
            <ac:spMk id="9" creationId="{00000000-0000-0000-0000-000000000000}"/>
          </ac:spMkLst>
        </pc:spChg>
        <pc:spChg chg="mod">
          <ac:chgData name="Waheed Saif" userId="73092cb8-4f27-4865-948a-7ff309744809" providerId="ADAL" clId="{85CE66E5-B346-4DEF-ABFA-BDBBD9216C8E}" dt="2026-08-05T07:08:02.053" v="58" actId="121"/>
          <ac:spMkLst>
            <pc:docMk/>
            <pc:sldMk cId="0" sldId="266"/>
            <ac:spMk id="11" creationId="{00000000-0000-0000-0000-000000000000}"/>
          </ac:spMkLst>
        </pc:spChg>
        <pc:spChg chg="mod">
          <ac:chgData name="Waheed Saif" userId="73092cb8-4f27-4865-948a-7ff309744809" providerId="ADAL" clId="{85CE66E5-B346-4DEF-ABFA-BDBBD9216C8E}" dt="2026-08-05T07:08:02.053" v="58" actId="121"/>
          <ac:spMkLst>
            <pc:docMk/>
            <pc:sldMk cId="0" sldId="266"/>
            <ac:spMk id="12" creationId="{00000000-0000-0000-0000-000000000000}"/>
          </ac:spMkLst>
        </pc:spChg>
        <pc:spChg chg="mod">
          <ac:chgData name="Waheed Saif" userId="73092cb8-4f27-4865-948a-7ff309744809" providerId="ADAL" clId="{85CE66E5-B346-4DEF-ABFA-BDBBD9216C8E}" dt="2026-08-05T07:08:02.053" v="58" actId="121"/>
          <ac:spMkLst>
            <pc:docMk/>
            <pc:sldMk cId="0" sldId="266"/>
            <ac:spMk id="13" creationId="{00000000-0000-0000-0000-000000000000}"/>
          </ac:spMkLst>
        </pc:spChg>
        <pc:spChg chg="mod">
          <ac:chgData name="Waheed Saif" userId="73092cb8-4f27-4865-948a-7ff309744809" providerId="ADAL" clId="{85CE66E5-B346-4DEF-ABFA-BDBBD9216C8E}" dt="2026-08-05T07:08:02.053" v="58" actId="121"/>
          <ac:spMkLst>
            <pc:docMk/>
            <pc:sldMk cId="0" sldId="266"/>
            <ac:spMk id="14" creationId="{00000000-0000-0000-0000-000000000000}"/>
          </ac:spMkLst>
        </pc:spChg>
        <pc:spChg chg="mod">
          <ac:chgData name="Waheed Saif" userId="73092cb8-4f27-4865-948a-7ff309744809" providerId="ADAL" clId="{85CE66E5-B346-4DEF-ABFA-BDBBD9216C8E}" dt="2026-08-05T07:08:02.053" v="58" actId="121"/>
          <ac:spMkLst>
            <pc:docMk/>
            <pc:sldMk cId="0" sldId="266"/>
            <ac:spMk id="15" creationId="{00000000-0000-0000-0000-000000000000}"/>
          </ac:spMkLst>
        </pc:spChg>
      </pc:sldChg>
      <pc:sldChg chg="modSp mod">
        <pc:chgData name="Waheed Saif" userId="73092cb8-4f27-4865-948a-7ff309744809" providerId="ADAL" clId="{85CE66E5-B346-4DEF-ABFA-BDBBD9216C8E}" dt="2026-08-05T07:51:45.414" v="329" actId="20577"/>
        <pc:sldMkLst>
          <pc:docMk/>
          <pc:sldMk cId="0" sldId="267"/>
        </pc:sldMkLst>
        <pc:spChg chg="mod">
          <ac:chgData name="Waheed Saif" userId="73092cb8-4f27-4865-948a-7ff309744809" providerId="ADAL" clId="{85CE66E5-B346-4DEF-ABFA-BDBBD9216C8E}" dt="2026-08-05T07:07:46.352" v="55" actId="2711"/>
          <ac:spMkLst>
            <pc:docMk/>
            <pc:sldMk cId="0" sldId="267"/>
            <ac:spMk id="5" creationId="{00000000-0000-0000-0000-000000000000}"/>
          </ac:spMkLst>
        </pc:spChg>
        <pc:spChg chg="mod">
          <ac:chgData name="Waheed Saif" userId="73092cb8-4f27-4865-948a-7ff309744809" providerId="ADAL" clId="{85CE66E5-B346-4DEF-ABFA-BDBBD9216C8E}" dt="2026-08-05T07:13:55.365" v="298" actId="782"/>
          <ac:spMkLst>
            <pc:docMk/>
            <pc:sldMk cId="0" sldId="267"/>
            <ac:spMk id="6" creationId="{00000000-0000-0000-0000-000000000000}"/>
          </ac:spMkLst>
        </pc:spChg>
        <pc:spChg chg="mod">
          <ac:chgData name="Waheed Saif" userId="73092cb8-4f27-4865-948a-7ff309744809" providerId="ADAL" clId="{85CE66E5-B346-4DEF-ABFA-BDBBD9216C8E}" dt="2026-08-05T07:13:55.365" v="298" actId="782"/>
          <ac:spMkLst>
            <pc:docMk/>
            <pc:sldMk cId="0" sldId="267"/>
            <ac:spMk id="7" creationId="{00000000-0000-0000-0000-000000000000}"/>
          </ac:spMkLst>
        </pc:spChg>
        <pc:spChg chg="mod">
          <ac:chgData name="Waheed Saif" userId="73092cb8-4f27-4865-948a-7ff309744809" providerId="ADAL" clId="{85CE66E5-B346-4DEF-ABFA-BDBBD9216C8E}" dt="2026-08-05T07:51:45.414" v="329" actId="20577"/>
          <ac:spMkLst>
            <pc:docMk/>
            <pc:sldMk cId="0" sldId="267"/>
            <ac:spMk id="9" creationId="{00000000-0000-0000-0000-000000000000}"/>
          </ac:spMkLst>
        </pc:spChg>
        <pc:spChg chg="mod">
          <ac:chgData name="Waheed Saif" userId="73092cb8-4f27-4865-948a-7ff309744809" providerId="ADAL" clId="{85CE66E5-B346-4DEF-ABFA-BDBBD9216C8E}" dt="2026-08-05T07:14:21.786" v="304" actId="20577"/>
          <ac:spMkLst>
            <pc:docMk/>
            <pc:sldMk cId="0" sldId="267"/>
            <ac:spMk id="10" creationId="{00000000-0000-0000-0000-000000000000}"/>
          </ac:spMkLst>
        </pc:spChg>
        <pc:spChg chg="mod">
          <ac:chgData name="Waheed Saif" userId="73092cb8-4f27-4865-948a-7ff309744809" providerId="ADAL" clId="{85CE66E5-B346-4DEF-ABFA-BDBBD9216C8E}" dt="2026-08-05T07:07:46.352" v="55" actId="2711"/>
          <ac:spMkLst>
            <pc:docMk/>
            <pc:sldMk cId="0" sldId="267"/>
            <ac:spMk id="11" creationId="{00000000-0000-0000-0000-000000000000}"/>
          </ac:spMkLst>
        </pc:spChg>
        <pc:spChg chg="mod">
          <ac:chgData name="Waheed Saif" userId="73092cb8-4f27-4865-948a-7ff309744809" providerId="ADAL" clId="{85CE66E5-B346-4DEF-ABFA-BDBBD9216C8E}" dt="2026-08-05T07:07:46.352" v="55" actId="2711"/>
          <ac:spMkLst>
            <pc:docMk/>
            <pc:sldMk cId="0" sldId="267"/>
            <ac:spMk id="12" creationId="{00000000-0000-0000-0000-000000000000}"/>
          </ac:spMkLst>
        </pc:spChg>
        <pc:spChg chg="mod">
          <ac:chgData name="Waheed Saif" userId="73092cb8-4f27-4865-948a-7ff309744809" providerId="ADAL" clId="{85CE66E5-B346-4DEF-ABFA-BDBBD9216C8E}" dt="2026-08-05T07:07:46.352" v="55" actId="2711"/>
          <ac:spMkLst>
            <pc:docMk/>
            <pc:sldMk cId="0" sldId="267"/>
            <ac:spMk id="14" creationId="{00000000-0000-0000-0000-000000000000}"/>
          </ac:spMkLst>
        </pc:spChg>
        <pc:spChg chg="mod">
          <ac:chgData name="Waheed Saif" userId="73092cb8-4f27-4865-948a-7ff309744809" providerId="ADAL" clId="{85CE66E5-B346-4DEF-ABFA-BDBBD9216C8E}" dt="2026-08-05T07:07:46.352" v="55" actId="2711"/>
          <ac:spMkLst>
            <pc:docMk/>
            <pc:sldMk cId="0" sldId="267"/>
            <ac:spMk id="15" creationId="{00000000-0000-0000-0000-000000000000}"/>
          </ac:spMkLst>
        </pc:spChg>
        <pc:spChg chg="mod">
          <ac:chgData name="Waheed Saif" userId="73092cb8-4f27-4865-948a-7ff309744809" providerId="ADAL" clId="{85CE66E5-B346-4DEF-ABFA-BDBBD9216C8E}" dt="2026-08-05T07:07:46.352" v="55" actId="2711"/>
          <ac:spMkLst>
            <pc:docMk/>
            <pc:sldMk cId="0" sldId="267"/>
            <ac:spMk id="16" creationId="{00000000-0000-0000-0000-000000000000}"/>
          </ac:spMkLst>
        </pc:spChg>
      </pc:sldChg>
      <pc:sldChg chg="modSp mod">
        <pc:chgData name="Waheed Saif" userId="73092cb8-4f27-4865-948a-7ff309744809" providerId="ADAL" clId="{85CE66E5-B346-4DEF-ABFA-BDBBD9216C8E}" dt="2026-08-05T07:51:58.660" v="331" actId="20577"/>
        <pc:sldMkLst>
          <pc:docMk/>
          <pc:sldMk cId="0" sldId="268"/>
        </pc:sldMkLst>
        <pc:spChg chg="mod">
          <ac:chgData name="Waheed Saif" userId="73092cb8-4f27-4865-948a-7ff309744809" providerId="ADAL" clId="{85CE66E5-B346-4DEF-ABFA-BDBBD9216C8E}" dt="2026-08-05T07:12:22.558" v="255" actId="553"/>
          <ac:spMkLst>
            <pc:docMk/>
            <pc:sldMk cId="0" sldId="268"/>
            <ac:spMk id="2" creationId="{00000000-0000-0000-0000-000000000000}"/>
          </ac:spMkLst>
        </pc:spChg>
        <pc:spChg chg="mod">
          <ac:chgData name="Waheed Saif" userId="73092cb8-4f27-4865-948a-7ff309744809" providerId="ADAL" clId="{85CE66E5-B346-4DEF-ABFA-BDBBD9216C8E}" dt="2026-08-05T07:12:22.558" v="255" actId="553"/>
          <ac:spMkLst>
            <pc:docMk/>
            <pc:sldMk cId="0" sldId="268"/>
            <ac:spMk id="3" creationId="{00000000-0000-0000-0000-000000000000}"/>
          </ac:spMkLst>
        </pc:spChg>
        <pc:spChg chg="mod">
          <ac:chgData name="Waheed Saif" userId="73092cb8-4f27-4865-948a-7ff309744809" providerId="ADAL" clId="{85CE66E5-B346-4DEF-ABFA-BDBBD9216C8E}" dt="2026-08-05T07:07:38.563" v="52" actId="2711"/>
          <ac:spMkLst>
            <pc:docMk/>
            <pc:sldMk cId="0" sldId="268"/>
            <ac:spMk id="4" creationId="{00000000-0000-0000-0000-000000000000}"/>
          </ac:spMkLst>
        </pc:spChg>
        <pc:spChg chg="mod">
          <ac:chgData name="Waheed Saif" userId="73092cb8-4f27-4865-948a-7ff309744809" providerId="ADAL" clId="{85CE66E5-B346-4DEF-ABFA-BDBBD9216C8E}" dt="2026-08-05T07:07:38.563" v="52" actId="2711"/>
          <ac:spMkLst>
            <pc:docMk/>
            <pc:sldMk cId="0" sldId="268"/>
            <ac:spMk id="5" creationId="{00000000-0000-0000-0000-000000000000}"/>
          </ac:spMkLst>
        </pc:spChg>
        <pc:spChg chg="mod">
          <ac:chgData name="Waheed Saif" userId="73092cb8-4f27-4865-948a-7ff309744809" providerId="ADAL" clId="{85CE66E5-B346-4DEF-ABFA-BDBBD9216C8E}" dt="2026-08-05T07:12:22.558" v="255" actId="553"/>
          <ac:spMkLst>
            <pc:docMk/>
            <pc:sldMk cId="0" sldId="268"/>
            <ac:spMk id="7" creationId="{00000000-0000-0000-0000-000000000000}"/>
          </ac:spMkLst>
        </pc:spChg>
        <pc:spChg chg="mod">
          <ac:chgData name="Waheed Saif" userId="73092cb8-4f27-4865-948a-7ff309744809" providerId="ADAL" clId="{85CE66E5-B346-4DEF-ABFA-BDBBD9216C8E}" dt="2026-08-05T07:07:38.563" v="52" actId="2711"/>
          <ac:spMkLst>
            <pc:docMk/>
            <pc:sldMk cId="0" sldId="268"/>
            <ac:spMk id="11" creationId="{00000000-0000-0000-0000-000000000000}"/>
          </ac:spMkLst>
        </pc:spChg>
        <pc:spChg chg="mod">
          <ac:chgData name="Waheed Saif" userId="73092cb8-4f27-4865-948a-7ff309744809" providerId="ADAL" clId="{85CE66E5-B346-4DEF-ABFA-BDBBD9216C8E}" dt="2026-08-05T07:07:38.563" v="52" actId="2711"/>
          <ac:spMkLst>
            <pc:docMk/>
            <pc:sldMk cId="0" sldId="268"/>
            <ac:spMk id="12" creationId="{00000000-0000-0000-0000-000000000000}"/>
          </ac:spMkLst>
        </pc:spChg>
        <pc:spChg chg="mod">
          <ac:chgData name="Waheed Saif" userId="73092cb8-4f27-4865-948a-7ff309744809" providerId="ADAL" clId="{85CE66E5-B346-4DEF-ABFA-BDBBD9216C8E}" dt="2026-08-05T07:07:38.563" v="52" actId="2711"/>
          <ac:spMkLst>
            <pc:docMk/>
            <pc:sldMk cId="0" sldId="268"/>
            <ac:spMk id="13" creationId="{00000000-0000-0000-0000-000000000000}"/>
          </ac:spMkLst>
        </pc:spChg>
        <pc:spChg chg="mod">
          <ac:chgData name="Waheed Saif" userId="73092cb8-4f27-4865-948a-7ff309744809" providerId="ADAL" clId="{85CE66E5-B346-4DEF-ABFA-BDBBD9216C8E}" dt="2026-08-05T07:51:58.660" v="331" actId="20577"/>
          <ac:spMkLst>
            <pc:docMk/>
            <pc:sldMk cId="0" sldId="268"/>
            <ac:spMk id="14" creationId="{00000000-0000-0000-0000-000000000000}"/>
          </ac:spMkLst>
        </pc:spChg>
        <pc:spChg chg="mod">
          <ac:chgData name="Waheed Saif" userId="73092cb8-4f27-4865-948a-7ff309744809" providerId="ADAL" clId="{85CE66E5-B346-4DEF-ABFA-BDBBD9216C8E}" dt="2026-08-05T07:07:38.563" v="52" actId="2711"/>
          <ac:spMkLst>
            <pc:docMk/>
            <pc:sldMk cId="0" sldId="268"/>
            <ac:spMk id="16" creationId="{00000000-0000-0000-0000-000000000000}"/>
          </ac:spMkLst>
        </pc:spChg>
        <pc:spChg chg="mod">
          <ac:chgData name="Waheed Saif" userId="73092cb8-4f27-4865-948a-7ff309744809" providerId="ADAL" clId="{85CE66E5-B346-4DEF-ABFA-BDBBD9216C8E}" dt="2026-08-05T07:07:38.563" v="52" actId="2711"/>
          <ac:spMkLst>
            <pc:docMk/>
            <pc:sldMk cId="0" sldId="268"/>
            <ac:spMk id="17" creationId="{00000000-0000-0000-0000-000000000000}"/>
          </ac:spMkLst>
        </pc:spChg>
      </pc:sldChg>
      <pc:sldChg chg="modSp mod">
        <pc:chgData name="Waheed Saif" userId="73092cb8-4f27-4865-948a-7ff309744809" providerId="ADAL" clId="{85CE66E5-B346-4DEF-ABFA-BDBBD9216C8E}" dt="2026-08-05T07:12:17.262" v="254" actId="553"/>
        <pc:sldMkLst>
          <pc:docMk/>
          <pc:sldMk cId="0" sldId="269"/>
        </pc:sldMkLst>
        <pc:spChg chg="mod">
          <ac:chgData name="Waheed Saif" userId="73092cb8-4f27-4865-948a-7ff309744809" providerId="ADAL" clId="{85CE66E5-B346-4DEF-ABFA-BDBBD9216C8E}" dt="2026-08-05T07:12:17.262" v="254" actId="553"/>
          <ac:spMkLst>
            <pc:docMk/>
            <pc:sldMk cId="0" sldId="269"/>
            <ac:spMk id="2" creationId="{00000000-0000-0000-0000-000000000000}"/>
          </ac:spMkLst>
        </pc:spChg>
        <pc:spChg chg="mod">
          <ac:chgData name="Waheed Saif" userId="73092cb8-4f27-4865-948a-7ff309744809" providerId="ADAL" clId="{85CE66E5-B346-4DEF-ABFA-BDBBD9216C8E}" dt="2026-08-05T07:12:17.262" v="254" actId="553"/>
          <ac:spMkLst>
            <pc:docMk/>
            <pc:sldMk cId="0" sldId="269"/>
            <ac:spMk id="3" creationId="{00000000-0000-0000-0000-000000000000}"/>
          </ac:spMkLst>
        </pc:spChg>
        <pc:spChg chg="mod">
          <ac:chgData name="Waheed Saif" userId="73092cb8-4f27-4865-948a-7ff309744809" providerId="ADAL" clId="{85CE66E5-B346-4DEF-ABFA-BDBBD9216C8E}" dt="2026-08-05T07:07:31.861" v="49" actId="122"/>
          <ac:spMkLst>
            <pc:docMk/>
            <pc:sldMk cId="0" sldId="269"/>
            <ac:spMk id="4" creationId="{00000000-0000-0000-0000-000000000000}"/>
          </ac:spMkLst>
        </pc:spChg>
        <pc:spChg chg="mod">
          <ac:chgData name="Waheed Saif" userId="73092cb8-4f27-4865-948a-7ff309744809" providerId="ADAL" clId="{85CE66E5-B346-4DEF-ABFA-BDBBD9216C8E}" dt="2026-08-05T07:12:17.262" v="254" actId="553"/>
          <ac:spMkLst>
            <pc:docMk/>
            <pc:sldMk cId="0" sldId="269"/>
            <ac:spMk id="5" creationId="{00000000-0000-0000-0000-000000000000}"/>
          </ac:spMkLst>
        </pc:spChg>
        <pc:spChg chg="mod">
          <ac:chgData name="Waheed Saif" userId="73092cb8-4f27-4865-948a-7ff309744809" providerId="ADAL" clId="{85CE66E5-B346-4DEF-ABFA-BDBBD9216C8E}" dt="2026-08-05T07:06:46.042" v="48" actId="2711"/>
          <ac:spMkLst>
            <pc:docMk/>
            <pc:sldMk cId="0" sldId="269"/>
            <ac:spMk id="7" creationId="{00000000-0000-0000-0000-000000000000}"/>
          </ac:spMkLst>
        </pc:spChg>
        <pc:spChg chg="mod">
          <ac:chgData name="Waheed Saif" userId="73092cb8-4f27-4865-948a-7ff309744809" providerId="ADAL" clId="{85CE66E5-B346-4DEF-ABFA-BDBBD9216C8E}" dt="2026-08-05T07:07:31.861" v="49" actId="122"/>
          <ac:spMkLst>
            <pc:docMk/>
            <pc:sldMk cId="0" sldId="269"/>
            <ac:spMk id="8" creationId="{00000000-0000-0000-0000-000000000000}"/>
          </ac:spMkLst>
        </pc:spChg>
        <pc:spChg chg="mod">
          <ac:chgData name="Waheed Saif" userId="73092cb8-4f27-4865-948a-7ff309744809" providerId="ADAL" clId="{85CE66E5-B346-4DEF-ABFA-BDBBD9216C8E}" dt="2026-08-05T07:07:31.861" v="49" actId="122"/>
          <ac:spMkLst>
            <pc:docMk/>
            <pc:sldMk cId="0" sldId="269"/>
            <ac:spMk id="9" creationId="{00000000-0000-0000-0000-000000000000}"/>
          </ac:spMkLst>
        </pc:spChg>
        <pc:spChg chg="mod">
          <ac:chgData name="Waheed Saif" userId="73092cb8-4f27-4865-948a-7ff309744809" providerId="ADAL" clId="{85CE66E5-B346-4DEF-ABFA-BDBBD9216C8E}" dt="2026-08-05T07:01:59.268" v="3" actId="121"/>
          <ac:spMkLst>
            <pc:docMk/>
            <pc:sldMk cId="0" sldId="269"/>
            <ac:spMk id="11" creationId="{00000000-0000-0000-0000-000000000000}"/>
          </ac:spMkLst>
        </pc:spChg>
        <pc:spChg chg="mod">
          <ac:chgData name="Waheed Saif" userId="73092cb8-4f27-4865-948a-7ff309744809" providerId="ADAL" clId="{85CE66E5-B346-4DEF-ABFA-BDBBD9216C8E}" dt="2026-08-05T07:07:31.861" v="49" actId="122"/>
          <ac:spMkLst>
            <pc:docMk/>
            <pc:sldMk cId="0" sldId="269"/>
            <ac:spMk id="12" creationId="{00000000-0000-0000-0000-000000000000}"/>
          </ac:spMkLst>
        </pc:spChg>
        <pc:spChg chg="mod">
          <ac:chgData name="Waheed Saif" userId="73092cb8-4f27-4865-948a-7ff309744809" providerId="ADAL" clId="{85CE66E5-B346-4DEF-ABFA-BDBBD9216C8E}" dt="2026-08-05T07:07:31.861" v="49" actId="122"/>
          <ac:spMkLst>
            <pc:docMk/>
            <pc:sldMk cId="0" sldId="269"/>
            <ac:spMk id="13" creationId="{00000000-0000-0000-0000-000000000000}"/>
          </ac:spMkLst>
        </pc:spChg>
        <pc:spChg chg="mod">
          <ac:chgData name="Waheed Saif" userId="73092cb8-4f27-4865-948a-7ff309744809" providerId="ADAL" clId="{85CE66E5-B346-4DEF-ABFA-BDBBD9216C8E}" dt="2026-08-05T07:06:46.042" v="48" actId="2711"/>
          <ac:spMkLst>
            <pc:docMk/>
            <pc:sldMk cId="0" sldId="269"/>
            <ac:spMk id="15" creationId="{00000000-0000-0000-0000-000000000000}"/>
          </ac:spMkLst>
        </pc:spChg>
        <pc:spChg chg="mod">
          <ac:chgData name="Waheed Saif" userId="73092cb8-4f27-4865-948a-7ff309744809" providerId="ADAL" clId="{85CE66E5-B346-4DEF-ABFA-BDBBD9216C8E}" dt="2026-08-05T07:07:31.861" v="49" actId="122"/>
          <ac:spMkLst>
            <pc:docMk/>
            <pc:sldMk cId="0" sldId="269"/>
            <ac:spMk id="16" creationId="{00000000-0000-0000-0000-000000000000}"/>
          </ac:spMkLst>
        </pc:spChg>
        <pc:spChg chg="mod">
          <ac:chgData name="Waheed Saif" userId="73092cb8-4f27-4865-948a-7ff309744809" providerId="ADAL" clId="{85CE66E5-B346-4DEF-ABFA-BDBBD9216C8E}" dt="2026-08-05T07:07:31.861" v="49" actId="122"/>
          <ac:spMkLst>
            <pc:docMk/>
            <pc:sldMk cId="0" sldId="269"/>
            <ac:spMk id="17" creationId="{00000000-0000-0000-0000-000000000000}"/>
          </ac:spMkLst>
        </pc:spChg>
        <pc:spChg chg="mod">
          <ac:chgData name="Waheed Saif" userId="73092cb8-4f27-4865-948a-7ff309744809" providerId="ADAL" clId="{85CE66E5-B346-4DEF-ABFA-BDBBD9216C8E}" dt="2026-08-05T07:06:46.042" v="48" actId="2711"/>
          <ac:spMkLst>
            <pc:docMk/>
            <pc:sldMk cId="0" sldId="269"/>
            <ac:spMk id="18" creationId="{00000000-0000-0000-0000-000000000000}"/>
          </ac:spMkLst>
        </pc:spChg>
        <pc:spChg chg="mod">
          <ac:chgData name="Waheed Saif" userId="73092cb8-4f27-4865-948a-7ff309744809" providerId="ADAL" clId="{85CE66E5-B346-4DEF-ABFA-BDBBD9216C8E}" dt="2026-08-05T07:06:46.042" v="48" actId="2711"/>
          <ac:spMkLst>
            <pc:docMk/>
            <pc:sldMk cId="0" sldId="269"/>
            <ac:spMk id="19" creationId="{00000000-0000-0000-0000-000000000000}"/>
          </ac:spMkLst>
        </pc:spChg>
        <pc:spChg chg="mod">
          <ac:chgData name="Waheed Saif" userId="73092cb8-4f27-4865-948a-7ff309744809" providerId="ADAL" clId="{85CE66E5-B346-4DEF-ABFA-BDBBD9216C8E}" dt="2026-08-05T07:07:31.861" v="49" actId="122"/>
          <ac:spMkLst>
            <pc:docMk/>
            <pc:sldMk cId="0" sldId="269"/>
            <ac:spMk id="20" creationId="{00000000-0000-0000-0000-000000000000}"/>
          </ac:spMkLst>
        </pc:spChg>
        <pc:spChg chg="mod">
          <ac:chgData name="Waheed Saif" userId="73092cb8-4f27-4865-948a-7ff309744809" providerId="ADAL" clId="{85CE66E5-B346-4DEF-ABFA-BDBBD9216C8E}" dt="2026-08-05T07:07:31.861" v="49" actId="122"/>
          <ac:spMkLst>
            <pc:docMk/>
            <pc:sldMk cId="0" sldId="269"/>
            <ac:spMk id="21" creationId="{00000000-0000-0000-0000-000000000000}"/>
          </ac:spMkLst>
        </pc:spChg>
        <pc:spChg chg="mod">
          <ac:chgData name="Waheed Saif" userId="73092cb8-4f27-4865-948a-7ff309744809" providerId="ADAL" clId="{85CE66E5-B346-4DEF-ABFA-BDBBD9216C8E}" dt="2026-08-05T07:02:12.804" v="9" actId="121"/>
          <ac:spMkLst>
            <pc:docMk/>
            <pc:sldMk cId="0" sldId="269"/>
            <ac:spMk id="23" creationId="{00000000-0000-0000-0000-000000000000}"/>
          </ac:spMkLst>
        </pc:spChg>
        <pc:spChg chg="mod">
          <ac:chgData name="Waheed Saif" userId="73092cb8-4f27-4865-948a-7ff309744809" providerId="ADAL" clId="{85CE66E5-B346-4DEF-ABFA-BDBBD9216C8E}" dt="2026-08-05T07:06:46.042" v="48" actId="2711"/>
          <ac:spMkLst>
            <pc:docMk/>
            <pc:sldMk cId="0" sldId="269"/>
            <ac:spMk id="25" creationId="{00000000-0000-0000-0000-000000000000}"/>
          </ac:spMkLst>
        </pc:spChg>
      </pc:sldChg>
      <pc:sldChg chg="addSp delSp modSp mod">
        <pc:chgData name="Waheed Saif" userId="73092cb8-4f27-4865-948a-7ff309744809" providerId="ADAL" clId="{85CE66E5-B346-4DEF-ABFA-BDBBD9216C8E}" dt="2026-08-05T07:12:11.655" v="253" actId="553"/>
        <pc:sldMkLst>
          <pc:docMk/>
          <pc:sldMk cId="0" sldId="270"/>
        </pc:sldMkLst>
        <pc:spChg chg="mod">
          <ac:chgData name="Waheed Saif" userId="73092cb8-4f27-4865-948a-7ff309744809" providerId="ADAL" clId="{85CE66E5-B346-4DEF-ABFA-BDBBD9216C8E}" dt="2026-08-05T07:12:11.655" v="253" actId="553"/>
          <ac:spMkLst>
            <pc:docMk/>
            <pc:sldMk cId="0" sldId="270"/>
            <ac:spMk id="2" creationId="{00000000-0000-0000-0000-000000000000}"/>
          </ac:spMkLst>
        </pc:spChg>
        <pc:spChg chg="mod">
          <ac:chgData name="Waheed Saif" userId="73092cb8-4f27-4865-948a-7ff309744809" providerId="ADAL" clId="{85CE66E5-B346-4DEF-ABFA-BDBBD9216C8E}" dt="2026-08-05T07:12:11.655" v="253" actId="553"/>
          <ac:spMkLst>
            <pc:docMk/>
            <pc:sldMk cId="0" sldId="270"/>
            <ac:spMk id="3" creationId="{00000000-0000-0000-0000-000000000000}"/>
          </ac:spMkLst>
        </pc:spChg>
        <pc:spChg chg="mod">
          <ac:chgData name="Waheed Saif" userId="73092cb8-4f27-4865-948a-7ff309744809" providerId="ADAL" clId="{85CE66E5-B346-4DEF-ABFA-BDBBD9216C8E}" dt="2026-08-05T07:12:11.655" v="253" actId="553"/>
          <ac:spMkLst>
            <pc:docMk/>
            <pc:sldMk cId="0" sldId="270"/>
            <ac:spMk id="7" creationId="{00000000-0000-0000-0000-000000000000}"/>
          </ac:spMkLst>
        </pc:spChg>
        <pc:spChg chg="mod">
          <ac:chgData name="Waheed Saif" userId="73092cb8-4f27-4865-948a-7ff309744809" providerId="ADAL" clId="{85CE66E5-B346-4DEF-ABFA-BDBBD9216C8E}" dt="2026-08-05T07:06:18.996" v="39" actId="2711"/>
          <ac:spMkLst>
            <pc:docMk/>
            <pc:sldMk cId="0" sldId="270"/>
            <ac:spMk id="8" creationId="{00000000-0000-0000-0000-000000000000}"/>
          </ac:spMkLst>
        </pc:spChg>
        <pc:spChg chg="mod">
          <ac:chgData name="Waheed Saif" userId="73092cb8-4f27-4865-948a-7ff309744809" providerId="ADAL" clId="{85CE66E5-B346-4DEF-ABFA-BDBBD9216C8E}" dt="2026-08-05T07:06:18.996" v="39" actId="2711"/>
          <ac:spMkLst>
            <pc:docMk/>
            <pc:sldMk cId="0" sldId="270"/>
            <ac:spMk id="9" creationId="{00000000-0000-0000-0000-000000000000}"/>
          </ac:spMkLst>
        </pc:spChg>
        <pc:spChg chg="mod">
          <ac:chgData name="Waheed Saif" userId="73092cb8-4f27-4865-948a-7ff309744809" providerId="ADAL" clId="{85CE66E5-B346-4DEF-ABFA-BDBBD9216C8E}" dt="2026-08-05T07:11:49.831" v="251"/>
          <ac:spMkLst>
            <pc:docMk/>
            <pc:sldMk cId="0" sldId="270"/>
            <ac:spMk id="10" creationId="{00000000-0000-0000-0000-000000000000}"/>
          </ac:spMkLst>
        </pc:spChg>
        <pc:spChg chg="mod">
          <ac:chgData name="Waheed Saif" userId="73092cb8-4f27-4865-948a-7ff309744809" providerId="ADAL" clId="{85CE66E5-B346-4DEF-ABFA-BDBBD9216C8E}" dt="2026-08-05T07:06:18.996" v="39" actId="2711"/>
          <ac:spMkLst>
            <pc:docMk/>
            <pc:sldMk cId="0" sldId="270"/>
            <ac:spMk id="13" creationId="{00000000-0000-0000-0000-000000000000}"/>
          </ac:spMkLst>
        </pc:spChg>
        <pc:spChg chg="mod">
          <ac:chgData name="Waheed Saif" userId="73092cb8-4f27-4865-948a-7ff309744809" providerId="ADAL" clId="{85CE66E5-B346-4DEF-ABFA-BDBBD9216C8E}" dt="2026-08-05T07:06:18.996" v="39" actId="2711"/>
          <ac:spMkLst>
            <pc:docMk/>
            <pc:sldMk cId="0" sldId="270"/>
            <ac:spMk id="15" creationId="{00000000-0000-0000-0000-000000000000}"/>
          </ac:spMkLst>
        </pc:spChg>
        <pc:spChg chg="mod">
          <ac:chgData name="Waheed Saif" userId="73092cb8-4f27-4865-948a-7ff309744809" providerId="ADAL" clId="{85CE66E5-B346-4DEF-ABFA-BDBBD9216C8E}" dt="2026-08-05T07:06:18.996" v="39" actId="2711"/>
          <ac:spMkLst>
            <pc:docMk/>
            <pc:sldMk cId="0" sldId="270"/>
            <ac:spMk id="21" creationId="{00000000-0000-0000-0000-000000000000}"/>
          </ac:spMkLst>
        </pc:spChg>
        <pc:spChg chg="mod">
          <ac:chgData name="Waheed Saif" userId="73092cb8-4f27-4865-948a-7ff309744809" providerId="ADAL" clId="{85CE66E5-B346-4DEF-ABFA-BDBBD9216C8E}" dt="2026-08-05T07:06:18.996" v="39" actId="2711"/>
          <ac:spMkLst>
            <pc:docMk/>
            <pc:sldMk cId="0" sldId="270"/>
            <ac:spMk id="22" creationId="{00000000-0000-0000-0000-000000000000}"/>
          </ac:spMkLst>
        </pc:spChg>
        <pc:spChg chg="mod">
          <ac:chgData name="Waheed Saif" userId="73092cb8-4f27-4865-948a-7ff309744809" providerId="ADAL" clId="{85CE66E5-B346-4DEF-ABFA-BDBBD9216C8E}" dt="2026-08-05T07:06:18.996" v="39" actId="2711"/>
          <ac:spMkLst>
            <pc:docMk/>
            <pc:sldMk cId="0" sldId="270"/>
            <ac:spMk id="25" creationId="{00000000-0000-0000-0000-000000000000}"/>
          </ac:spMkLst>
        </pc:spChg>
        <pc:spChg chg="mod">
          <ac:chgData name="Waheed Saif" userId="73092cb8-4f27-4865-948a-7ff309744809" providerId="ADAL" clId="{85CE66E5-B346-4DEF-ABFA-BDBBD9216C8E}" dt="2026-08-05T07:06:18.996" v="39" actId="2711"/>
          <ac:spMkLst>
            <pc:docMk/>
            <pc:sldMk cId="0" sldId="270"/>
            <ac:spMk id="28" creationId="{00000000-0000-0000-0000-000000000000}"/>
          </ac:spMkLst>
        </pc:spChg>
        <pc:spChg chg="mod">
          <ac:chgData name="Waheed Saif" userId="73092cb8-4f27-4865-948a-7ff309744809" providerId="ADAL" clId="{85CE66E5-B346-4DEF-ABFA-BDBBD9216C8E}" dt="2026-08-05T07:06:35.153" v="45" actId="121"/>
          <ac:spMkLst>
            <pc:docMk/>
            <pc:sldMk cId="0" sldId="270"/>
            <ac:spMk id="29" creationId="{00000000-0000-0000-0000-000000000000}"/>
          </ac:spMkLst>
        </pc:spChg>
        <pc:spChg chg="add del mod">
          <ac:chgData name="Waheed Saif" userId="73092cb8-4f27-4865-948a-7ff309744809" providerId="ADAL" clId="{85CE66E5-B346-4DEF-ABFA-BDBBD9216C8E}" dt="2026-08-05T07:11:51.598" v="252" actId="478"/>
          <ac:spMkLst>
            <pc:docMk/>
            <pc:sldMk cId="0" sldId="270"/>
            <ac:spMk id="31" creationId="{32827F3C-840F-08C7-0622-FDE966A3424F}"/>
          </ac:spMkLst>
        </pc:spChg>
      </pc:sldChg>
      <pc:sldChg chg="modSp mod">
        <pc:chgData name="Waheed Saif" userId="73092cb8-4f27-4865-948a-7ff309744809" providerId="ADAL" clId="{85CE66E5-B346-4DEF-ABFA-BDBBD9216C8E}" dt="2026-08-05T07:15:33.190" v="311" actId="1076"/>
        <pc:sldMkLst>
          <pc:docMk/>
          <pc:sldMk cId="0" sldId="271"/>
        </pc:sldMkLst>
        <pc:spChg chg="mod">
          <ac:chgData name="Waheed Saif" userId="73092cb8-4f27-4865-948a-7ff309744809" providerId="ADAL" clId="{85CE66E5-B346-4DEF-ABFA-BDBBD9216C8E}" dt="2026-08-05T07:15:33.190" v="311" actId="1076"/>
          <ac:spMkLst>
            <pc:docMk/>
            <pc:sldMk cId="0" sldId="271"/>
            <ac:spMk id="2" creationId="{00000000-0000-0000-0000-000000000000}"/>
          </ac:spMkLst>
        </pc:spChg>
        <pc:spChg chg="mod">
          <ac:chgData name="Waheed Saif" userId="73092cb8-4f27-4865-948a-7ff309744809" providerId="ADAL" clId="{85CE66E5-B346-4DEF-ABFA-BDBBD9216C8E}" dt="2026-08-05T07:15:28.604" v="310" actId="553"/>
          <ac:spMkLst>
            <pc:docMk/>
            <pc:sldMk cId="0" sldId="271"/>
            <ac:spMk id="3" creationId="{00000000-0000-0000-0000-000000000000}"/>
          </ac:spMkLst>
        </pc:spChg>
        <pc:spChg chg="mod">
          <ac:chgData name="Waheed Saif" userId="73092cb8-4f27-4865-948a-7ff309744809" providerId="ADAL" clId="{85CE66E5-B346-4DEF-ABFA-BDBBD9216C8E}" dt="2026-08-05T07:15:28.604" v="310" actId="553"/>
          <ac:spMkLst>
            <pc:docMk/>
            <pc:sldMk cId="0" sldId="271"/>
            <ac:spMk id="4" creationId="{00000000-0000-0000-0000-000000000000}"/>
          </ac:spMkLst>
        </pc:spChg>
        <pc:spChg chg="mod">
          <ac:chgData name="Waheed Saif" userId="73092cb8-4f27-4865-948a-7ff309744809" providerId="ADAL" clId="{85CE66E5-B346-4DEF-ABFA-BDBBD9216C8E}" dt="2026-08-05T07:15:28.604" v="310" actId="553"/>
          <ac:spMkLst>
            <pc:docMk/>
            <pc:sldMk cId="0" sldId="271"/>
            <ac:spMk id="5" creationId="{00000000-0000-0000-0000-000000000000}"/>
          </ac:spMkLst>
        </pc:spChg>
        <pc:spChg chg="mod">
          <ac:chgData name="Waheed Saif" userId="73092cb8-4f27-4865-948a-7ff309744809" providerId="ADAL" clId="{85CE66E5-B346-4DEF-ABFA-BDBBD9216C8E}" dt="2026-08-05T07:15:28.604" v="310" actId="553"/>
          <ac:spMkLst>
            <pc:docMk/>
            <pc:sldMk cId="0" sldId="271"/>
            <ac:spMk id="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المؤشر العام</c:v>
                </c:pt>
              </c:strCache>
            </c:strRef>
          </c:tx>
          <c:spPr>
            <a:ln w="31750" cap="flat">
              <a:solidFill>
                <a:srgbClr val="1B2A4A"/>
              </a:solidFill>
              <a:prstDash val="solid"/>
              <a:round/>
            </a:ln>
            <a:effectLst/>
          </c:spPr>
          <c:marker>
            <c:symbol val="circle"/>
            <c:size val="4"/>
            <c:spPr>
              <a:solidFill>
                <a:srgbClr val="1B2A4A"/>
              </a:solidFill>
              <a:ln w="9525" cap="flat">
                <a:solidFill>
                  <a:srgbClr val="1B2A4A"/>
                </a:solidFill>
                <a:prstDash val="solid"/>
                <a:round/>
              </a:ln>
              <a:effectLst/>
            </c:spPr>
          </c:marker>
          <c:cat>
            <c:strRef>
              <c:f>Sheet1!$A$2:$A$23</c:f>
              <c:strCache>
                <c:ptCount val="22"/>
                <c:pt idx="0">
                  <c:v>2021Q1</c:v>
                </c:pt>
                <c:pt idx="1">
                  <c:v>2021Q2</c:v>
                </c:pt>
                <c:pt idx="2">
                  <c:v>2021Q3</c:v>
                </c:pt>
                <c:pt idx="3">
                  <c:v>2021Q4</c:v>
                </c:pt>
                <c:pt idx="4">
                  <c:v>2022Q1</c:v>
                </c:pt>
                <c:pt idx="5">
                  <c:v>2022Q2</c:v>
                </c:pt>
                <c:pt idx="6">
                  <c:v>2022Q3</c:v>
                </c:pt>
                <c:pt idx="7">
                  <c:v>2022Q4</c:v>
                </c:pt>
                <c:pt idx="8">
                  <c:v>2023Q1</c:v>
                </c:pt>
                <c:pt idx="9">
                  <c:v>2023Q2</c:v>
                </c:pt>
                <c:pt idx="10">
                  <c:v>2023Q3</c:v>
                </c:pt>
                <c:pt idx="11">
                  <c:v>2023Q4</c:v>
                </c:pt>
                <c:pt idx="12">
                  <c:v>2024Q1</c:v>
                </c:pt>
                <c:pt idx="13">
                  <c:v>2024Q2</c:v>
                </c:pt>
                <c:pt idx="14">
                  <c:v>2024Q3</c:v>
                </c:pt>
                <c:pt idx="15">
                  <c:v>2024Q4</c:v>
                </c:pt>
                <c:pt idx="16">
                  <c:v>2025Q1</c:v>
                </c:pt>
                <c:pt idx="17">
                  <c:v>2025Q2</c:v>
                </c:pt>
                <c:pt idx="18">
                  <c:v>2025Q3</c:v>
                </c:pt>
                <c:pt idx="19">
                  <c:v>2025Q4</c:v>
                </c:pt>
                <c:pt idx="20">
                  <c:v>2026Q1</c:v>
                </c:pt>
                <c:pt idx="21">
                  <c:v>2026Q2</c:v>
                </c:pt>
              </c:strCache>
            </c:strRef>
          </c:cat>
          <c:val>
            <c:numRef>
              <c:f>Sheet1!$B$2:$B$23</c:f>
              <c:numCache>
                <c:formatCode>General</c:formatCode>
                <c:ptCount val="22"/>
                <c:pt idx="0">
                  <c:v>81.37</c:v>
                </c:pt>
                <c:pt idx="1">
                  <c:v>82.06</c:v>
                </c:pt>
                <c:pt idx="2">
                  <c:v>86.2</c:v>
                </c:pt>
                <c:pt idx="3">
                  <c:v>89.15</c:v>
                </c:pt>
                <c:pt idx="4">
                  <c:v>91.29</c:v>
                </c:pt>
                <c:pt idx="5">
                  <c:v>95.56</c:v>
                </c:pt>
                <c:pt idx="6">
                  <c:v>97.5</c:v>
                </c:pt>
                <c:pt idx="7">
                  <c:v>97.22</c:v>
                </c:pt>
                <c:pt idx="8">
                  <c:v>99.22</c:v>
                </c:pt>
                <c:pt idx="9">
                  <c:v>100.22</c:v>
                </c:pt>
                <c:pt idx="10">
                  <c:v>99.98</c:v>
                </c:pt>
                <c:pt idx="11">
                  <c:v>100.59</c:v>
                </c:pt>
                <c:pt idx="12">
                  <c:v>100.59</c:v>
                </c:pt>
                <c:pt idx="13">
                  <c:v>101.79</c:v>
                </c:pt>
                <c:pt idx="14">
                  <c:v>102.56</c:v>
                </c:pt>
                <c:pt idx="15">
                  <c:v>104.18</c:v>
                </c:pt>
                <c:pt idx="16">
                  <c:v>104.93</c:v>
                </c:pt>
                <c:pt idx="17">
                  <c:v>105</c:v>
                </c:pt>
                <c:pt idx="18">
                  <c:v>103.88</c:v>
                </c:pt>
                <c:pt idx="19">
                  <c:v>103.48</c:v>
                </c:pt>
                <c:pt idx="20">
                  <c:v>103.29</c:v>
                </c:pt>
                <c:pt idx="21">
                  <c:v>106.34</c:v>
                </c:pt>
              </c:numCache>
            </c:numRef>
          </c:val>
          <c:smooth val="0"/>
          <c:extLst>
            <c:ext xmlns:c16="http://schemas.microsoft.com/office/drawing/2014/chart" uri="{C3380CC4-5D6E-409C-BE32-E72D297353CC}">
              <c16:uniqueId val="{00000000-8C0E-418C-8DBB-556B267BB30E}"/>
            </c:ext>
          </c:extLst>
        </c:ser>
        <c:ser>
          <c:idx val="1"/>
          <c:order val="1"/>
          <c:tx>
            <c:strRef>
              <c:f>Sheet1!$C$1</c:f>
              <c:strCache>
                <c:ptCount val="1"/>
                <c:pt idx="0">
                  <c:v>السكني</c:v>
                </c:pt>
              </c:strCache>
            </c:strRef>
          </c:tx>
          <c:spPr>
            <a:ln w="31750" cap="flat">
              <a:solidFill>
                <a:srgbClr val="B8935F"/>
              </a:solidFill>
              <a:prstDash val="solid"/>
              <a:round/>
            </a:ln>
            <a:effectLst/>
          </c:spPr>
          <c:marker>
            <c:symbol val="circle"/>
            <c:size val="4"/>
            <c:spPr>
              <a:solidFill>
                <a:srgbClr val="B8935F"/>
              </a:solidFill>
              <a:ln w="9525" cap="flat">
                <a:solidFill>
                  <a:srgbClr val="B8935F"/>
                </a:solidFill>
                <a:prstDash val="solid"/>
                <a:round/>
              </a:ln>
              <a:effectLst/>
            </c:spPr>
          </c:marker>
          <c:cat>
            <c:strRef>
              <c:f>Sheet1!$A$2:$A$23</c:f>
              <c:strCache>
                <c:ptCount val="22"/>
                <c:pt idx="0">
                  <c:v>2021Q1</c:v>
                </c:pt>
                <c:pt idx="1">
                  <c:v>2021Q2</c:v>
                </c:pt>
                <c:pt idx="2">
                  <c:v>2021Q3</c:v>
                </c:pt>
                <c:pt idx="3">
                  <c:v>2021Q4</c:v>
                </c:pt>
                <c:pt idx="4">
                  <c:v>2022Q1</c:v>
                </c:pt>
                <c:pt idx="5">
                  <c:v>2022Q2</c:v>
                </c:pt>
                <c:pt idx="6">
                  <c:v>2022Q3</c:v>
                </c:pt>
                <c:pt idx="7">
                  <c:v>2022Q4</c:v>
                </c:pt>
                <c:pt idx="8">
                  <c:v>2023Q1</c:v>
                </c:pt>
                <c:pt idx="9">
                  <c:v>2023Q2</c:v>
                </c:pt>
                <c:pt idx="10">
                  <c:v>2023Q3</c:v>
                </c:pt>
                <c:pt idx="11">
                  <c:v>2023Q4</c:v>
                </c:pt>
                <c:pt idx="12">
                  <c:v>2024Q1</c:v>
                </c:pt>
                <c:pt idx="13">
                  <c:v>2024Q2</c:v>
                </c:pt>
                <c:pt idx="14">
                  <c:v>2024Q3</c:v>
                </c:pt>
                <c:pt idx="15">
                  <c:v>2024Q4</c:v>
                </c:pt>
                <c:pt idx="16">
                  <c:v>2025Q1</c:v>
                </c:pt>
                <c:pt idx="17">
                  <c:v>2025Q2</c:v>
                </c:pt>
                <c:pt idx="18">
                  <c:v>2025Q3</c:v>
                </c:pt>
                <c:pt idx="19">
                  <c:v>2025Q4</c:v>
                </c:pt>
                <c:pt idx="20">
                  <c:v>2026Q1</c:v>
                </c:pt>
                <c:pt idx="21">
                  <c:v>2026Q2</c:v>
                </c:pt>
              </c:strCache>
            </c:strRef>
          </c:cat>
          <c:val>
            <c:numRef>
              <c:f>Sheet1!$C$2:$C$23</c:f>
              <c:numCache>
                <c:formatCode>General</c:formatCode>
                <c:ptCount val="22"/>
                <c:pt idx="0">
                  <c:v>80.78</c:v>
                </c:pt>
                <c:pt idx="1">
                  <c:v>82.36</c:v>
                </c:pt>
                <c:pt idx="2">
                  <c:v>86.25</c:v>
                </c:pt>
                <c:pt idx="3">
                  <c:v>89.51</c:v>
                </c:pt>
                <c:pt idx="4">
                  <c:v>91.34</c:v>
                </c:pt>
                <c:pt idx="5">
                  <c:v>95.65</c:v>
                </c:pt>
                <c:pt idx="6">
                  <c:v>98.58</c:v>
                </c:pt>
                <c:pt idx="7">
                  <c:v>98.18</c:v>
                </c:pt>
                <c:pt idx="8">
                  <c:v>100.24</c:v>
                </c:pt>
                <c:pt idx="9">
                  <c:v>100.71</c:v>
                </c:pt>
                <c:pt idx="10">
                  <c:v>99.77</c:v>
                </c:pt>
                <c:pt idx="11">
                  <c:v>99.28</c:v>
                </c:pt>
                <c:pt idx="12">
                  <c:v>99.18</c:v>
                </c:pt>
                <c:pt idx="13">
                  <c:v>101.13</c:v>
                </c:pt>
                <c:pt idx="14">
                  <c:v>101.35</c:v>
                </c:pt>
                <c:pt idx="15">
                  <c:v>102.35</c:v>
                </c:pt>
                <c:pt idx="16">
                  <c:v>104.26</c:v>
                </c:pt>
                <c:pt idx="17">
                  <c:v>101.57</c:v>
                </c:pt>
                <c:pt idx="18">
                  <c:v>100.44</c:v>
                </c:pt>
                <c:pt idx="19">
                  <c:v>100.05</c:v>
                </c:pt>
                <c:pt idx="20">
                  <c:v>100.55</c:v>
                </c:pt>
                <c:pt idx="21">
                  <c:v>104.25</c:v>
                </c:pt>
              </c:numCache>
            </c:numRef>
          </c:val>
          <c:smooth val="0"/>
          <c:extLst>
            <c:ext xmlns:c16="http://schemas.microsoft.com/office/drawing/2014/chart" uri="{C3380CC4-5D6E-409C-BE32-E72D297353CC}">
              <c16:uniqueId val="{00000001-8C0E-418C-8DBB-556B267BB30E}"/>
            </c:ext>
          </c:extLst>
        </c:ser>
        <c:ser>
          <c:idx val="2"/>
          <c:order val="2"/>
          <c:tx>
            <c:strRef>
              <c:f>Sheet1!$D$1</c:f>
              <c:strCache>
                <c:ptCount val="1"/>
                <c:pt idx="0">
                  <c:v>التجاري</c:v>
                </c:pt>
              </c:strCache>
            </c:strRef>
          </c:tx>
          <c:spPr>
            <a:ln w="31750" cap="flat">
              <a:solidFill>
                <a:srgbClr val="2F5D5D"/>
              </a:solidFill>
              <a:prstDash val="solid"/>
              <a:round/>
            </a:ln>
            <a:effectLst/>
          </c:spPr>
          <c:marker>
            <c:symbol val="circle"/>
            <c:size val="4"/>
            <c:spPr>
              <a:solidFill>
                <a:srgbClr val="2F5D5D"/>
              </a:solidFill>
              <a:ln w="9525" cap="flat">
                <a:solidFill>
                  <a:srgbClr val="2F5D5D"/>
                </a:solidFill>
                <a:prstDash val="solid"/>
                <a:round/>
              </a:ln>
              <a:effectLst/>
            </c:spPr>
          </c:marker>
          <c:cat>
            <c:strRef>
              <c:f>Sheet1!$A$2:$A$23</c:f>
              <c:strCache>
                <c:ptCount val="22"/>
                <c:pt idx="0">
                  <c:v>2021Q1</c:v>
                </c:pt>
                <c:pt idx="1">
                  <c:v>2021Q2</c:v>
                </c:pt>
                <c:pt idx="2">
                  <c:v>2021Q3</c:v>
                </c:pt>
                <c:pt idx="3">
                  <c:v>2021Q4</c:v>
                </c:pt>
                <c:pt idx="4">
                  <c:v>2022Q1</c:v>
                </c:pt>
                <c:pt idx="5">
                  <c:v>2022Q2</c:v>
                </c:pt>
                <c:pt idx="6">
                  <c:v>2022Q3</c:v>
                </c:pt>
                <c:pt idx="7">
                  <c:v>2022Q4</c:v>
                </c:pt>
                <c:pt idx="8">
                  <c:v>2023Q1</c:v>
                </c:pt>
                <c:pt idx="9">
                  <c:v>2023Q2</c:v>
                </c:pt>
                <c:pt idx="10">
                  <c:v>2023Q3</c:v>
                </c:pt>
                <c:pt idx="11">
                  <c:v>2023Q4</c:v>
                </c:pt>
                <c:pt idx="12">
                  <c:v>2024Q1</c:v>
                </c:pt>
                <c:pt idx="13">
                  <c:v>2024Q2</c:v>
                </c:pt>
                <c:pt idx="14">
                  <c:v>2024Q3</c:v>
                </c:pt>
                <c:pt idx="15">
                  <c:v>2024Q4</c:v>
                </c:pt>
                <c:pt idx="16">
                  <c:v>2025Q1</c:v>
                </c:pt>
                <c:pt idx="17">
                  <c:v>2025Q2</c:v>
                </c:pt>
                <c:pt idx="18">
                  <c:v>2025Q3</c:v>
                </c:pt>
                <c:pt idx="19">
                  <c:v>2025Q4</c:v>
                </c:pt>
                <c:pt idx="20">
                  <c:v>2026Q1</c:v>
                </c:pt>
                <c:pt idx="21">
                  <c:v>2026Q2</c:v>
                </c:pt>
              </c:strCache>
            </c:strRef>
          </c:cat>
          <c:val>
            <c:numRef>
              <c:f>Sheet1!$D$2:$D$23</c:f>
              <c:numCache>
                <c:formatCode>General</c:formatCode>
                <c:ptCount val="22"/>
                <c:pt idx="0">
                  <c:v>82.86</c:v>
                </c:pt>
                <c:pt idx="1">
                  <c:v>80.87</c:v>
                </c:pt>
                <c:pt idx="2">
                  <c:v>85.97</c:v>
                </c:pt>
                <c:pt idx="3">
                  <c:v>87.87</c:v>
                </c:pt>
                <c:pt idx="4">
                  <c:v>91.13</c:v>
                </c:pt>
                <c:pt idx="5">
                  <c:v>95.55</c:v>
                </c:pt>
                <c:pt idx="6">
                  <c:v>94.38</c:v>
                </c:pt>
                <c:pt idx="7">
                  <c:v>94.71</c:v>
                </c:pt>
                <c:pt idx="8">
                  <c:v>96.51</c:v>
                </c:pt>
                <c:pt idx="9">
                  <c:v>99.11</c:v>
                </c:pt>
                <c:pt idx="10">
                  <c:v>100.23</c:v>
                </c:pt>
                <c:pt idx="11">
                  <c:v>104.3</c:v>
                </c:pt>
                <c:pt idx="12">
                  <c:v>104.6</c:v>
                </c:pt>
                <c:pt idx="13">
                  <c:v>103.57</c:v>
                </c:pt>
                <c:pt idx="14">
                  <c:v>106.67</c:v>
                </c:pt>
                <c:pt idx="15">
                  <c:v>109.54</c:v>
                </c:pt>
                <c:pt idx="16">
                  <c:v>107.2</c:v>
                </c:pt>
                <c:pt idx="17">
                  <c:v>115.69</c:v>
                </c:pt>
                <c:pt idx="18">
                  <c:v>113.89</c:v>
                </c:pt>
                <c:pt idx="19">
                  <c:v>113.47</c:v>
                </c:pt>
                <c:pt idx="20">
                  <c:v>110.81</c:v>
                </c:pt>
                <c:pt idx="21">
                  <c:v>111.96</c:v>
                </c:pt>
              </c:numCache>
            </c:numRef>
          </c:val>
          <c:smooth val="0"/>
          <c:extLst>
            <c:ext xmlns:c16="http://schemas.microsoft.com/office/drawing/2014/chart" uri="{C3380CC4-5D6E-409C-BE32-E72D297353CC}">
              <c16:uniqueId val="{00000002-8C0E-418C-8DBB-556B267BB30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5400000"/>
          <a:lstStyle/>
          <a:p>
            <a:pPr>
              <a:defRPr sz="900" b="0" i="0" u="none" strike="noStrike">
                <a:solidFill>
                  <a:srgbClr val="6B655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2DCC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55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C1C1C"/>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نمو %</c:v>
                </c:pt>
              </c:strCache>
            </c:strRef>
          </c:tx>
          <c:spPr>
            <a:solidFill>
              <a:srgbClr val="A8483D">
                <a:alpha val="100000"/>
              </a:srgbClr>
            </a:solidFill>
            <a:effectLst/>
          </c:spPr>
          <c:invertIfNegative val="0"/>
          <c:dPt>
            <c:idx val="0"/>
            <c:invertIfNegative val="0"/>
            <c:bubble3D val="0"/>
            <c:spPr>
              <a:solidFill>
                <a:srgbClr val="A8483D"/>
              </a:solidFill>
              <a:effectLst/>
            </c:spPr>
            <c:extLst>
              <c:ext xmlns:c16="http://schemas.microsoft.com/office/drawing/2014/chart" uri="{C3380CC4-5D6E-409C-BE32-E72D297353CC}">
                <c16:uniqueId val="{00000001-2848-45A4-9525-16C29AC335B9}"/>
              </c:ext>
            </c:extLst>
          </c:dPt>
          <c:dPt>
            <c:idx val="1"/>
            <c:invertIfNegative val="0"/>
            <c:bubble3D val="0"/>
            <c:spPr>
              <a:solidFill>
                <a:srgbClr val="3F7A55"/>
              </a:solidFill>
              <a:effectLst/>
            </c:spPr>
            <c:extLst>
              <c:ext xmlns:c16="http://schemas.microsoft.com/office/drawing/2014/chart" uri="{C3380CC4-5D6E-409C-BE32-E72D297353CC}">
                <c16:uniqueId val="{00000003-2848-45A4-9525-16C29AC335B9}"/>
              </c:ext>
            </c:extLst>
          </c:dPt>
          <c:dPt>
            <c:idx val="2"/>
            <c:invertIfNegative val="0"/>
            <c:bubble3D val="0"/>
            <c:spPr>
              <a:solidFill>
                <a:srgbClr val="3F7A55"/>
              </a:solidFill>
              <a:effectLst/>
            </c:spPr>
            <c:extLst>
              <c:ext xmlns:c16="http://schemas.microsoft.com/office/drawing/2014/chart" uri="{C3380CC4-5D6E-409C-BE32-E72D297353CC}">
                <c16:uniqueId val="{00000005-2848-45A4-9525-16C29AC335B9}"/>
              </c:ext>
            </c:extLst>
          </c:dPt>
          <c:dPt>
            <c:idx val="3"/>
            <c:invertIfNegative val="0"/>
            <c:bubble3D val="0"/>
            <c:spPr>
              <a:solidFill>
                <a:srgbClr val="3F7A55"/>
              </a:solidFill>
              <a:effectLst/>
            </c:spPr>
            <c:extLst>
              <c:ext xmlns:c16="http://schemas.microsoft.com/office/drawing/2014/chart" uri="{C3380CC4-5D6E-409C-BE32-E72D297353CC}">
                <c16:uniqueId val="{00000007-2848-45A4-9525-16C29AC335B9}"/>
              </c:ext>
            </c:extLst>
          </c:dPt>
          <c:dPt>
            <c:idx val="4"/>
            <c:invertIfNegative val="0"/>
            <c:bubble3D val="0"/>
            <c:spPr>
              <a:solidFill>
                <a:srgbClr val="3F7A55"/>
              </a:solidFill>
              <a:effectLst/>
            </c:spPr>
            <c:extLst>
              <c:ext xmlns:c16="http://schemas.microsoft.com/office/drawing/2014/chart" uri="{C3380CC4-5D6E-409C-BE32-E72D297353CC}">
                <c16:uniqueId val="{00000009-2848-45A4-9525-16C29AC335B9}"/>
              </c:ext>
            </c:extLst>
          </c:dPt>
          <c:dPt>
            <c:idx val="5"/>
            <c:invertIfNegative val="0"/>
            <c:bubble3D val="0"/>
            <c:spPr>
              <a:solidFill>
                <a:srgbClr val="3F7A55"/>
              </a:solidFill>
              <a:effectLst/>
            </c:spPr>
            <c:extLst>
              <c:ext xmlns:c16="http://schemas.microsoft.com/office/drawing/2014/chart" uri="{C3380CC4-5D6E-409C-BE32-E72D297353CC}">
                <c16:uniqueId val="{0000000B-2848-45A4-9525-16C29AC335B9}"/>
              </c:ext>
            </c:extLst>
          </c:dPt>
          <c:dLbls>
            <c:numFmt formatCode="\+0.0&quot;%&quot;;\-0.0&quot;%&quot;" sourceLinked="0"/>
            <c:spPr>
              <a:noFill/>
              <a:ln>
                <a:noFill/>
              </a:ln>
              <a:effectLst/>
            </c:spPr>
            <c:txPr>
              <a:bodyPr/>
              <a:lstStyle/>
              <a:p>
                <a:pPr>
                  <a:defRPr sz="1100" b="0" i="0" u="none" strike="noStrike">
                    <a:solidFill>
                      <a:srgbClr val="1C1C1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الباحة</c:v>
                </c:pt>
                <c:pt idx="1">
                  <c:v>الحدود الشمالية</c:v>
                </c:pt>
                <c:pt idx="2">
                  <c:v>نجران</c:v>
                </c:pt>
                <c:pt idx="3">
                  <c:v>الجوف</c:v>
                </c:pt>
                <c:pt idx="4">
                  <c:v>مكة المكرمة</c:v>
                </c:pt>
                <c:pt idx="5">
                  <c:v>الرياض</c:v>
                </c:pt>
              </c:strCache>
            </c:strRef>
          </c:cat>
          <c:val>
            <c:numRef>
              <c:f>Sheet1!$B$2:$B$7</c:f>
              <c:numCache>
                <c:formatCode>General</c:formatCode>
                <c:ptCount val="6"/>
                <c:pt idx="0">
                  <c:v>-32.049999999999997</c:v>
                </c:pt>
                <c:pt idx="1">
                  <c:v>13.03</c:v>
                </c:pt>
                <c:pt idx="2">
                  <c:v>15.75</c:v>
                </c:pt>
                <c:pt idx="3">
                  <c:v>18.18</c:v>
                </c:pt>
                <c:pt idx="4">
                  <c:v>18.18</c:v>
                </c:pt>
                <c:pt idx="5">
                  <c:v>55.89</c:v>
                </c:pt>
              </c:numCache>
            </c:numRef>
          </c:val>
          <c:extLst>
            <c:ext xmlns:c16="http://schemas.microsoft.com/office/drawing/2014/chart" uri="{C3380CC4-5D6E-409C-BE32-E72D297353CC}">
              <c16:uniqueId val="{0000000C-2848-45A4-9525-16C29AC335B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C1C1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E2DCC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655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نمو تراكمي %</c:v>
                </c:pt>
              </c:strCache>
            </c:strRef>
          </c:tx>
          <c:spPr>
            <a:solidFill>
              <a:srgbClr val="1B2A4A"/>
            </a:solidFill>
            <a:effectLst/>
          </c:spPr>
          <c:invertIfNegative val="0"/>
          <c:dPt>
            <c:idx val="0"/>
            <c:invertIfNegative val="0"/>
            <c:bubble3D val="0"/>
            <c:extLst>
              <c:ext xmlns:c16="http://schemas.microsoft.com/office/drawing/2014/chart" uri="{C3380CC4-5D6E-409C-BE32-E72D297353CC}">
                <c16:uniqueId val="{00000001-FD91-46DC-B16C-B042D9A2DD7E}"/>
              </c:ext>
            </c:extLst>
          </c:dPt>
          <c:dPt>
            <c:idx val="1"/>
            <c:invertIfNegative val="0"/>
            <c:bubble3D val="0"/>
            <c:spPr>
              <a:solidFill>
                <a:srgbClr val="2F5D5D"/>
              </a:solidFill>
              <a:effectLst/>
            </c:spPr>
            <c:extLst>
              <c:ext xmlns:c16="http://schemas.microsoft.com/office/drawing/2014/chart" uri="{C3380CC4-5D6E-409C-BE32-E72D297353CC}">
                <c16:uniqueId val="{00000003-FD91-46DC-B16C-B042D9A2DD7E}"/>
              </c:ext>
            </c:extLst>
          </c:dPt>
          <c:dPt>
            <c:idx val="2"/>
            <c:invertIfNegative val="0"/>
            <c:bubble3D val="0"/>
            <c:spPr>
              <a:solidFill>
                <a:srgbClr val="B8935F"/>
              </a:solidFill>
              <a:effectLst/>
            </c:spPr>
            <c:extLst>
              <c:ext xmlns:c16="http://schemas.microsoft.com/office/drawing/2014/chart" uri="{C3380CC4-5D6E-409C-BE32-E72D297353CC}">
                <c16:uniqueId val="{00000005-FD91-46DC-B16C-B042D9A2DD7E}"/>
              </c:ext>
            </c:extLst>
          </c:dPt>
          <c:dLbls>
            <c:numFmt formatCode="0.0&quot;%&quot;" sourceLinked="0"/>
            <c:spPr>
              <a:noFill/>
              <a:ln>
                <a:noFill/>
              </a:ln>
              <a:effectLst/>
            </c:spPr>
            <c:txPr>
              <a:bodyPr/>
              <a:lstStyle/>
              <a:p>
                <a:pPr>
                  <a:defRPr sz="1200" b="0" i="0" u="none" strike="noStrike">
                    <a:solidFill>
                      <a:srgbClr val="1C1C1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قطعة أرض سكنية</c:v>
                </c:pt>
                <c:pt idx="1">
                  <c:v>فيلا</c:v>
                </c:pt>
                <c:pt idx="2">
                  <c:v>شقة</c:v>
                </c:pt>
              </c:strCache>
            </c:strRef>
          </c:cat>
          <c:val>
            <c:numRef>
              <c:f>Sheet1!$B$2:$B$4</c:f>
              <c:numCache>
                <c:formatCode>General</c:formatCode>
                <c:ptCount val="3"/>
                <c:pt idx="0">
                  <c:v>33.56</c:v>
                </c:pt>
                <c:pt idx="1">
                  <c:v>22.83</c:v>
                </c:pt>
                <c:pt idx="2">
                  <c:v>22.59</c:v>
                </c:pt>
              </c:numCache>
            </c:numRef>
          </c:val>
          <c:extLst>
            <c:ext xmlns:c16="http://schemas.microsoft.com/office/drawing/2014/chart" uri="{C3380CC4-5D6E-409C-BE32-E72D297353CC}">
              <c16:uniqueId val="{00000006-FD91-46DC-B16C-B042D9A2DD7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C1C1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2DCC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55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عام</c:v>
                </c:pt>
              </c:strCache>
            </c:strRef>
          </c:tx>
          <c:spPr>
            <a:solidFill>
              <a:srgbClr val="1B2A4A"/>
            </a:solidFill>
            <a:effectLst/>
          </c:spPr>
          <c:invertIfNegative val="0"/>
          <c:dLbls>
            <c:numFmt formatCode="0.00&quot;%&quot;" sourceLinked="0"/>
            <c:spPr>
              <a:noFill/>
              <a:ln>
                <a:noFill/>
              </a:ln>
              <a:effectLst/>
            </c:spPr>
            <c:txPr>
              <a:bodyPr/>
              <a:lstStyle/>
              <a:p>
                <a:pPr>
                  <a:defRPr sz="1000" b="0" i="0" u="none" strike="noStrike">
                    <a:solidFill>
                      <a:srgbClr val="1C1C1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الربع الأول</c:v>
                </c:pt>
                <c:pt idx="1">
                  <c:v>الربع الثاني</c:v>
                </c:pt>
                <c:pt idx="2">
                  <c:v>الربع الثالث</c:v>
                </c:pt>
                <c:pt idx="3">
                  <c:v>الربع الرابع</c:v>
                </c:pt>
              </c:strCache>
            </c:strRef>
          </c:cat>
          <c:val>
            <c:numRef>
              <c:f>Sheet1!$B$2:$B$5</c:f>
              <c:numCache>
                <c:formatCode>General</c:formatCode>
                <c:ptCount val="4"/>
                <c:pt idx="0">
                  <c:v>1</c:v>
                </c:pt>
                <c:pt idx="1">
                  <c:v>1.8</c:v>
                </c:pt>
                <c:pt idx="2">
                  <c:v>1.3</c:v>
                </c:pt>
                <c:pt idx="3">
                  <c:v>0.98</c:v>
                </c:pt>
              </c:numCache>
            </c:numRef>
          </c:val>
          <c:extLst>
            <c:ext xmlns:c16="http://schemas.microsoft.com/office/drawing/2014/chart" uri="{C3380CC4-5D6E-409C-BE32-E72D297353CC}">
              <c16:uniqueId val="{00000000-D2D2-4FFC-A510-AC19A12E2446}"/>
            </c:ext>
          </c:extLst>
        </c:ser>
        <c:ser>
          <c:idx val="1"/>
          <c:order val="1"/>
          <c:tx>
            <c:strRef>
              <c:f>Sheet1!$C$1</c:f>
              <c:strCache>
                <c:ptCount val="1"/>
                <c:pt idx="0">
                  <c:v>إجمالي السكني</c:v>
                </c:pt>
              </c:strCache>
            </c:strRef>
          </c:tx>
          <c:spPr>
            <a:solidFill>
              <a:srgbClr val="B8935F"/>
            </a:solidFill>
            <a:effectLst/>
          </c:spPr>
          <c:invertIfNegative val="0"/>
          <c:dLbls>
            <c:numFmt formatCode="0.00&quot;%&quot;" sourceLinked="0"/>
            <c:spPr>
              <a:noFill/>
              <a:ln>
                <a:noFill/>
              </a:ln>
              <a:effectLst/>
            </c:spPr>
            <c:txPr>
              <a:bodyPr/>
              <a:lstStyle/>
              <a:p>
                <a:pPr>
                  <a:defRPr sz="1000" b="0" i="0" u="none" strike="noStrike">
                    <a:solidFill>
                      <a:srgbClr val="1C1C1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الربع الأول</c:v>
                </c:pt>
                <c:pt idx="1">
                  <c:v>الربع الثاني</c:v>
                </c:pt>
                <c:pt idx="2">
                  <c:v>الربع الثالث</c:v>
                </c:pt>
                <c:pt idx="3">
                  <c:v>الربع الرابع</c:v>
                </c:pt>
              </c:strCache>
            </c:strRef>
          </c:cat>
          <c:val>
            <c:numRef>
              <c:f>Sheet1!$C$2:$C$5</c:f>
              <c:numCache>
                <c:formatCode>General</c:formatCode>
                <c:ptCount val="4"/>
                <c:pt idx="0">
                  <c:v>1.28</c:v>
                </c:pt>
                <c:pt idx="1">
                  <c:v>1.72</c:v>
                </c:pt>
                <c:pt idx="2">
                  <c:v>1.2</c:v>
                </c:pt>
                <c:pt idx="3">
                  <c:v>0.7</c:v>
                </c:pt>
              </c:numCache>
            </c:numRef>
          </c:val>
          <c:extLst>
            <c:ext xmlns:c16="http://schemas.microsoft.com/office/drawing/2014/chart" uri="{C3380CC4-5D6E-409C-BE32-E72D297353CC}">
              <c16:uniqueId val="{00000001-D2D2-4FFC-A510-AC19A12E244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C1C1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2DCC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55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rtl="1">
            <a:defRPr sz="1200"/>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متفائل</c:v>
                </c:pt>
              </c:strCache>
            </c:strRef>
          </c:tx>
          <c:spPr>
            <a:ln w="31750" cap="flat">
              <a:solidFill>
                <a:srgbClr val="3F7A55"/>
              </a:solidFill>
              <a:prstDash val="solid"/>
              <a:round/>
            </a:ln>
            <a:effectLst/>
          </c:spPr>
          <c:marker>
            <c:symbol val="circle"/>
            <c:size val="5"/>
            <c:spPr>
              <a:solidFill>
                <a:srgbClr val="3F7A55"/>
              </a:solidFill>
              <a:ln w="9525" cap="flat">
                <a:solidFill>
                  <a:srgbClr val="3F7A55"/>
                </a:solidFill>
                <a:prstDash val="solid"/>
                <a:round/>
              </a:ln>
              <a:effectLst/>
            </c:spPr>
          </c:marker>
          <c:cat>
            <c:strRef>
              <c:f>Sheet1!$A$2:$A$5</c:f>
              <c:strCache>
                <c:ptCount val="4"/>
                <c:pt idx="0">
                  <c:v>2026Q3</c:v>
                </c:pt>
                <c:pt idx="1">
                  <c:v>2026Q4</c:v>
                </c:pt>
                <c:pt idx="2">
                  <c:v>2027Q1</c:v>
                </c:pt>
                <c:pt idx="3">
                  <c:v>2027Q2</c:v>
                </c:pt>
              </c:strCache>
            </c:strRef>
          </c:cat>
          <c:val>
            <c:numRef>
              <c:f>Sheet1!$B$2:$B$5</c:f>
              <c:numCache>
                <c:formatCode>General</c:formatCode>
                <c:ptCount val="4"/>
                <c:pt idx="0">
                  <c:v>110.8</c:v>
                </c:pt>
                <c:pt idx="1">
                  <c:v>113.4</c:v>
                </c:pt>
                <c:pt idx="2">
                  <c:v>116</c:v>
                </c:pt>
                <c:pt idx="3">
                  <c:v>118.7</c:v>
                </c:pt>
              </c:numCache>
            </c:numRef>
          </c:val>
          <c:smooth val="0"/>
          <c:extLst>
            <c:ext xmlns:c16="http://schemas.microsoft.com/office/drawing/2014/chart" uri="{C3380CC4-5D6E-409C-BE32-E72D297353CC}">
              <c16:uniqueId val="{00000000-786B-400F-BFC0-0B939E823F86}"/>
            </c:ext>
          </c:extLst>
        </c:ser>
        <c:ser>
          <c:idx val="1"/>
          <c:order val="1"/>
          <c:tx>
            <c:strRef>
              <c:f>Sheet1!$C$1</c:f>
              <c:strCache>
                <c:ptCount val="1"/>
                <c:pt idx="0">
                  <c:v>أساسي (Holt)</c:v>
                </c:pt>
              </c:strCache>
            </c:strRef>
          </c:tx>
          <c:spPr>
            <a:ln w="31750" cap="flat">
              <a:solidFill>
                <a:srgbClr val="1B2A4A"/>
              </a:solidFill>
              <a:prstDash val="solid"/>
              <a:round/>
            </a:ln>
            <a:effectLst/>
          </c:spPr>
          <c:marker>
            <c:symbol val="circle"/>
            <c:size val="5"/>
            <c:spPr>
              <a:solidFill>
                <a:srgbClr val="1B2A4A"/>
              </a:solidFill>
              <a:ln w="9525" cap="flat">
                <a:solidFill>
                  <a:srgbClr val="1B2A4A"/>
                </a:solidFill>
                <a:prstDash val="solid"/>
                <a:round/>
              </a:ln>
              <a:effectLst/>
            </c:spPr>
          </c:marker>
          <c:cat>
            <c:strRef>
              <c:f>Sheet1!$A$2:$A$5</c:f>
              <c:strCache>
                <c:ptCount val="4"/>
                <c:pt idx="0">
                  <c:v>2026Q3</c:v>
                </c:pt>
                <c:pt idx="1">
                  <c:v>2026Q4</c:v>
                </c:pt>
                <c:pt idx="2">
                  <c:v>2027Q1</c:v>
                </c:pt>
                <c:pt idx="3">
                  <c:v>2027Q2</c:v>
                </c:pt>
              </c:strCache>
            </c:strRef>
          </c:cat>
          <c:val>
            <c:numRef>
              <c:f>Sheet1!$C$2:$C$5</c:f>
              <c:numCache>
                <c:formatCode>General</c:formatCode>
                <c:ptCount val="4"/>
                <c:pt idx="0">
                  <c:v>107.15</c:v>
                </c:pt>
                <c:pt idx="1">
                  <c:v>107.96</c:v>
                </c:pt>
                <c:pt idx="2">
                  <c:v>108.77</c:v>
                </c:pt>
                <c:pt idx="3">
                  <c:v>109.58</c:v>
                </c:pt>
              </c:numCache>
            </c:numRef>
          </c:val>
          <c:smooth val="0"/>
          <c:extLst>
            <c:ext xmlns:c16="http://schemas.microsoft.com/office/drawing/2014/chart" uri="{C3380CC4-5D6E-409C-BE32-E72D297353CC}">
              <c16:uniqueId val="{00000001-786B-400F-BFC0-0B939E823F86}"/>
            </c:ext>
          </c:extLst>
        </c:ser>
        <c:ser>
          <c:idx val="2"/>
          <c:order val="2"/>
          <c:tx>
            <c:strRef>
              <c:f>Sheet1!$D$1</c:f>
              <c:strCache>
                <c:ptCount val="1"/>
                <c:pt idx="0">
                  <c:v>متحفظ</c:v>
                </c:pt>
              </c:strCache>
            </c:strRef>
          </c:tx>
          <c:spPr>
            <a:ln w="31750" cap="flat">
              <a:solidFill>
                <a:srgbClr val="A8483D"/>
              </a:solidFill>
              <a:prstDash val="solid"/>
              <a:round/>
            </a:ln>
            <a:effectLst/>
          </c:spPr>
          <c:marker>
            <c:symbol val="circle"/>
            <c:size val="5"/>
            <c:spPr>
              <a:solidFill>
                <a:srgbClr val="A8483D"/>
              </a:solidFill>
              <a:ln w="9525" cap="flat">
                <a:solidFill>
                  <a:srgbClr val="A8483D"/>
                </a:solidFill>
                <a:prstDash val="solid"/>
                <a:round/>
              </a:ln>
              <a:effectLst/>
            </c:spPr>
          </c:marker>
          <c:cat>
            <c:strRef>
              <c:f>Sheet1!$A$2:$A$5</c:f>
              <c:strCache>
                <c:ptCount val="4"/>
                <c:pt idx="0">
                  <c:v>2026Q3</c:v>
                </c:pt>
                <c:pt idx="1">
                  <c:v>2026Q4</c:v>
                </c:pt>
                <c:pt idx="2">
                  <c:v>2027Q1</c:v>
                </c:pt>
                <c:pt idx="3">
                  <c:v>2027Q2</c:v>
                </c:pt>
              </c:strCache>
            </c:strRef>
          </c:cat>
          <c:val>
            <c:numRef>
              <c:f>Sheet1!$D$2:$D$5</c:f>
              <c:numCache>
                <c:formatCode>General</c:formatCode>
                <c:ptCount val="4"/>
                <c:pt idx="0">
                  <c:v>104.9</c:v>
                </c:pt>
                <c:pt idx="1">
                  <c:v>104.6</c:v>
                </c:pt>
                <c:pt idx="2">
                  <c:v>104.3</c:v>
                </c:pt>
                <c:pt idx="3">
                  <c:v>104</c:v>
                </c:pt>
              </c:numCache>
            </c:numRef>
          </c:val>
          <c:smooth val="0"/>
          <c:extLst>
            <c:ext xmlns:c16="http://schemas.microsoft.com/office/drawing/2014/chart" uri="{C3380CC4-5D6E-409C-BE32-E72D297353CC}">
              <c16:uniqueId val="{00000002-786B-400F-BFC0-0B939E823F86}"/>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C1C1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2DCC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55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3952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3" name="Text 1"/>
          <p:cNvSpPr/>
          <p:nvPr/>
        </p:nvSpPr>
        <p:spPr>
          <a:xfrm>
            <a:off x="640080" y="2011680"/>
            <a:ext cx="10881360" cy="1920240"/>
          </a:xfrm>
          <a:prstGeom prst="rect">
            <a:avLst/>
          </a:prstGeom>
          <a:noFill/>
          <a:ln/>
        </p:spPr>
        <p:txBody>
          <a:bodyPr wrap="square" rtlCol="0" anchor="ctr"/>
          <a:lstStyle/>
          <a:p>
            <a:pPr marL="0" indent="0" algn="r" rtl="1">
              <a:lnSpc>
                <a:spcPct val="108000"/>
              </a:lnSpc>
              <a:buNone/>
            </a:pPr>
            <a:r>
              <a:rPr lang="en-US" sz="4000" b="1" dirty="0">
                <a:solidFill>
                  <a:srgbClr val="FFFFFF"/>
                </a:solidFill>
                <a:latin typeface="HelveticaNeueLT Arabic 55 Roman" panose="020B0604020202020204" pitchFamily="34" charset="-78"/>
                <a:ea typeface="Cambria" pitchFamily="34" charset="-122"/>
                <a:cs typeface="HelveticaNeueLT Arabic 55 Roman" panose="020B0604020202020204" pitchFamily="34" charset="-78"/>
              </a:rPr>
              <a:t>التوجّه الاستراتيجي لتخصيص</a:t>
            </a:r>
            <a:endParaRPr lang="en-US" sz="4000" dirty="0">
              <a:latin typeface="HelveticaNeueLT Arabic 55 Roman" panose="020B0604020202020204" pitchFamily="34" charset="-78"/>
              <a:cs typeface="HelveticaNeueLT Arabic 55 Roman" panose="020B0604020202020204" pitchFamily="34" charset="-78"/>
            </a:endParaRPr>
          </a:p>
          <a:p>
            <a:pPr marL="0" indent="0" algn="r" rtl="1">
              <a:lnSpc>
                <a:spcPct val="108000"/>
              </a:lnSpc>
              <a:buNone/>
            </a:pPr>
            <a:r>
              <a:rPr lang="en-US" sz="4000" b="1" dirty="0">
                <a:solidFill>
                  <a:srgbClr val="FFFFFF"/>
                </a:solidFill>
                <a:latin typeface="HelveticaNeueLT Arabic 55 Roman" panose="020B0604020202020204" pitchFamily="34" charset="-78"/>
                <a:ea typeface="Cambria" pitchFamily="34" charset="-122"/>
                <a:cs typeface="HelveticaNeueLT Arabic 55 Roman" panose="020B0604020202020204" pitchFamily="34" charset="-78"/>
              </a:rPr>
              <a:t>الاستثمار العقاري في المملكة</a:t>
            </a:r>
            <a:endParaRPr lang="en-US" sz="4000" dirty="0">
              <a:latin typeface="HelveticaNeueLT Arabic 55 Roman" panose="020B0604020202020204" pitchFamily="34" charset="-78"/>
              <a:cs typeface="HelveticaNeueLT Arabic 55 Roman" panose="020B0604020202020204" pitchFamily="34" charset="-78"/>
            </a:endParaRPr>
          </a:p>
        </p:txBody>
      </p:sp>
      <p:sp>
        <p:nvSpPr>
          <p:cNvPr id="4" name="Text 2"/>
          <p:cNvSpPr/>
          <p:nvPr/>
        </p:nvSpPr>
        <p:spPr>
          <a:xfrm>
            <a:off x="2560320" y="4389120"/>
            <a:ext cx="8961120" cy="822960"/>
          </a:xfrm>
          <a:prstGeom prst="rect">
            <a:avLst/>
          </a:prstGeom>
          <a:noFill/>
          <a:ln/>
        </p:spPr>
        <p:txBody>
          <a:bodyPr wrap="square" rtlCol="0" anchor="ctr"/>
          <a:lstStyle/>
          <a:p>
            <a:pPr marL="0" indent="0" algn="r" rtl="1">
              <a:lnSpc>
                <a:spcPct val="125000"/>
              </a:lnSpc>
              <a:buNone/>
            </a:pPr>
            <a:r>
              <a:rPr lang="en-US" sz="1400" dirty="0">
                <a:solidFill>
                  <a:srgbClr val="C7CEDE"/>
                </a:solidFill>
                <a:latin typeface="HelveticaNeueLT Arabic 55 Roman" panose="020B0604020202020204" pitchFamily="34" charset="-78"/>
                <a:ea typeface="Arial" pitchFamily="34" charset="-122"/>
                <a:cs typeface="HelveticaNeueLT Arabic 55 Roman" panose="020B0604020202020204" pitchFamily="34" charset="-78"/>
              </a:rPr>
              <a:t>أي المناطق وأنواع العقار الأولى بالتركيز؟ قراءة تحليلية مبنية على الرقم القياسي الرسمي لأسعار العقارات (GASTAT REPI) </a:t>
            </a:r>
            <a:endParaRPr lang="ar-SA" sz="1400" dirty="0">
              <a:solidFill>
                <a:srgbClr val="C7CEDE"/>
              </a:solidFill>
              <a:latin typeface="HelveticaNeueLT Arabic 55 Roman" panose="020B0604020202020204" pitchFamily="34" charset="-78"/>
              <a:ea typeface="Arial" pitchFamily="34" charset="-122"/>
              <a:cs typeface="HelveticaNeueLT Arabic 55 Roman" panose="020B0604020202020204" pitchFamily="34" charset="-78"/>
            </a:endParaRPr>
          </a:p>
          <a:p>
            <a:pPr marL="0" indent="0" algn="r" rtl="1">
              <a:lnSpc>
                <a:spcPct val="125000"/>
              </a:lnSpc>
              <a:buNone/>
            </a:pPr>
            <a:endParaRPr lang="ar-SA" sz="1400" dirty="0">
              <a:solidFill>
                <a:srgbClr val="C7CEDE"/>
              </a:solidFill>
              <a:latin typeface="HelveticaNeueLT Arabic 55 Roman" panose="020B0604020202020204" pitchFamily="34" charset="-78"/>
              <a:ea typeface="Arial" pitchFamily="34" charset="-122"/>
              <a:cs typeface="HelveticaNeueLT Arabic 55 Roman" panose="020B0604020202020204" pitchFamily="34" charset="-78"/>
            </a:endParaRPr>
          </a:p>
          <a:p>
            <a:pPr marL="0" indent="0" algn="r" rtl="1">
              <a:lnSpc>
                <a:spcPct val="125000"/>
              </a:lnSpc>
              <a:buNone/>
            </a:pPr>
            <a:r>
              <a:rPr lang="en-US" sz="1400" dirty="0" err="1">
                <a:solidFill>
                  <a:srgbClr val="C7CEDE"/>
                </a:solidFill>
                <a:latin typeface="HelveticaNeueLT Arabic 55 Roman" panose="020B0604020202020204" pitchFamily="34" charset="-78"/>
                <a:ea typeface="Arial" pitchFamily="34" charset="-122"/>
                <a:cs typeface="HelveticaNeueLT Arabic 55 Roman" panose="020B0604020202020204" pitchFamily="34" charset="-78"/>
              </a:rPr>
              <a:t>الربع</a:t>
            </a:r>
            <a:r>
              <a:rPr lang="en-US" sz="1400" dirty="0">
                <a:solidFill>
                  <a:srgbClr val="C7CEDE"/>
                </a:solidFill>
                <a:latin typeface="HelveticaNeueLT Arabic 55 Roman" panose="020B0604020202020204" pitchFamily="34" charset="-78"/>
                <a:ea typeface="Arial" pitchFamily="34" charset="-122"/>
                <a:cs typeface="HelveticaNeueLT Arabic 55 Roman" panose="020B0604020202020204" pitchFamily="34" charset="-78"/>
              </a:rPr>
              <a:t> الثاني 2026</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7" name="Text 5"/>
          <p:cNvSpPr/>
          <p:nvPr/>
        </p:nvSpPr>
        <p:spPr>
          <a:xfrm>
            <a:off x="640080" y="6263640"/>
            <a:ext cx="10881360" cy="320040"/>
          </a:xfrm>
          <a:prstGeom prst="rect">
            <a:avLst/>
          </a:prstGeom>
          <a:noFill/>
          <a:ln/>
        </p:spPr>
        <p:txBody>
          <a:bodyPr wrap="square" rtlCol="0" anchor="ctr"/>
          <a:lstStyle/>
          <a:p>
            <a:pPr marL="0" indent="0" algn="r" rtl="1">
              <a:buNone/>
            </a:pPr>
            <a:r>
              <a:rPr lang="ar-SA" sz="1050" dirty="0">
                <a:solidFill>
                  <a:srgbClr val="8E97AC"/>
                </a:solidFill>
                <a:latin typeface="HelveticaNeueLT Arabic 55 Roman" panose="020B0604020202020204" pitchFamily="34" charset="-78"/>
                <a:ea typeface="Arial" pitchFamily="34" charset="-122"/>
                <a:cs typeface="HelveticaNeueLT Arabic 55 Roman" panose="020B0604020202020204" pitchFamily="34" charset="-78"/>
              </a:rPr>
              <a:t>إعداد : وحيد سيف </a:t>
            </a:r>
            <a:endParaRPr lang="en-US" sz="1050" dirty="0">
              <a:latin typeface="HelveticaNeueLT Arabic 55 Roman" panose="020B0604020202020204" pitchFamily="34" charset="-78"/>
              <a:cs typeface="HelveticaNeueLT Arabic 55 Roman" panose="020B0604020202020204" pitchFamily="34" charset="-78"/>
            </a:endParaRPr>
          </a:p>
        </p:txBody>
      </p:sp>
      <p:sp>
        <p:nvSpPr>
          <p:cNvPr id="8" name="Text 1">
            <a:extLst>
              <a:ext uri="{FF2B5EF4-FFF2-40B4-BE49-F238E27FC236}">
                <a16:creationId xmlns:a16="http://schemas.microsoft.com/office/drawing/2014/main" id="{65C70C1F-48B0-4913-981E-FFEA57F68FE1}"/>
              </a:ext>
            </a:extLst>
          </p:cNvPr>
          <p:cNvSpPr/>
          <p:nvPr/>
        </p:nvSpPr>
        <p:spPr>
          <a:xfrm>
            <a:off x="640080" y="548640"/>
            <a:ext cx="10881360" cy="411481"/>
          </a:xfrm>
          <a:prstGeom prst="rect">
            <a:avLst/>
          </a:prstGeom>
          <a:noFill/>
          <a:ln/>
        </p:spPr>
        <p:txBody>
          <a:bodyPr wrap="square" rtlCol="0" anchor="ctr"/>
          <a:lstStyle/>
          <a:p>
            <a:pPr marL="0" indent="0" algn="r" rtl="1">
              <a:lnSpc>
                <a:spcPct val="108000"/>
              </a:lnSpc>
              <a:buNone/>
            </a:pPr>
            <a:r>
              <a:rPr lang="ar-SA" b="1" dirty="0">
                <a:solidFill>
                  <a:srgbClr val="E4D3B8"/>
                </a:solidFill>
                <a:latin typeface="HelveticaNeueLT Arabic 55 Roman" panose="020B0604020202020204" pitchFamily="34" charset="-78"/>
                <a:ea typeface="Cambria" pitchFamily="34" charset="-122"/>
                <a:cs typeface="HelveticaNeueLT Arabic 55 Roman" panose="020B0604020202020204" pitchFamily="34" charset="-78"/>
              </a:rPr>
              <a:t>قطاع التطوير العقاري – تحليل استراتيجي</a:t>
            </a:r>
            <a:endParaRPr lang="en-US" dirty="0">
              <a:solidFill>
                <a:srgbClr val="E4D3B8"/>
              </a:solidFill>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A4A"/>
        </a:solidFill>
        <a:effectLst/>
      </p:bgPr>
    </p:bg>
    <p:spTree>
      <p:nvGrpSpPr>
        <p:cNvPr id="1" name=""/>
        <p:cNvGrpSpPr/>
        <p:nvPr/>
      </p:nvGrpSpPr>
      <p:grpSpPr>
        <a:xfrm>
          <a:off x="0" y="0"/>
          <a:ext cx="0" cy="0"/>
          <a:chOff x="0" y="0"/>
          <a:chExt cx="0" cy="0"/>
        </a:xfrm>
      </p:grpSpPr>
      <p:sp>
        <p:nvSpPr>
          <p:cNvPr id="3" name="Text 1"/>
          <p:cNvSpPr/>
          <p:nvPr/>
        </p:nvSpPr>
        <p:spPr>
          <a:xfrm>
            <a:off x="640080" y="960120"/>
            <a:ext cx="10881360" cy="1463040"/>
          </a:xfrm>
          <a:prstGeom prst="rect">
            <a:avLst/>
          </a:prstGeom>
          <a:noFill/>
          <a:ln/>
        </p:spPr>
        <p:txBody>
          <a:bodyPr wrap="square" rtlCol="0" anchor="ctr"/>
          <a:lstStyle/>
          <a:p>
            <a:pPr marL="0" indent="0" algn="r" rtl="1">
              <a:lnSpc>
                <a:spcPct val="115000"/>
              </a:lnSpc>
              <a:buNone/>
            </a:pPr>
            <a:r>
              <a:rPr lang="en-US" sz="2700" b="1" dirty="0">
                <a:solidFill>
                  <a:srgbClr val="FFFFFF"/>
                </a:solidFill>
                <a:latin typeface="HelveticaNeueLT Arabic 55 Roman" panose="020B0604020202020204" pitchFamily="34" charset="-78"/>
                <a:ea typeface="Cambria" pitchFamily="34" charset="-122"/>
                <a:cs typeface="HelveticaNeueLT Arabic 55 Roman" panose="020B0604020202020204" pitchFamily="34" charset="-78"/>
              </a:rPr>
              <a:t>توصيتنا: تركيز التخصيص الرأسمالي على منطقة الرياض وفئة الأراضي السكنية، مع تجميد أي تخصيص جديد لمنطقة الباحة لحين تحقق ميداني</a:t>
            </a:r>
            <a:endParaRPr lang="en-US" sz="2700" dirty="0">
              <a:latin typeface="HelveticaNeueLT Arabic 55 Roman" panose="020B0604020202020204" pitchFamily="34" charset="-78"/>
              <a:cs typeface="HelveticaNeueLT Arabic 55 Roman" panose="020B0604020202020204" pitchFamily="34" charset="-78"/>
            </a:endParaRPr>
          </a:p>
        </p:txBody>
      </p:sp>
      <p:sp>
        <p:nvSpPr>
          <p:cNvPr id="4" name="Shape 2"/>
          <p:cNvSpPr/>
          <p:nvPr/>
        </p:nvSpPr>
        <p:spPr>
          <a:xfrm>
            <a:off x="836676" y="2788920"/>
            <a:ext cx="3291840" cy="1874520"/>
          </a:xfrm>
          <a:prstGeom prst="roundRect">
            <a:avLst>
              <a:gd name="adj" fmla="val 3902"/>
            </a:avLst>
          </a:prstGeom>
          <a:solidFill>
            <a:srgbClr val="FFFFFF">
              <a:alpha val="20000"/>
            </a:srgbClr>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5" name="Text 3"/>
          <p:cNvSpPr/>
          <p:nvPr/>
        </p:nvSpPr>
        <p:spPr>
          <a:xfrm>
            <a:off x="836676" y="2971800"/>
            <a:ext cx="3291840" cy="777240"/>
          </a:xfrm>
          <a:prstGeom prst="rect">
            <a:avLst/>
          </a:prstGeom>
          <a:noFill/>
          <a:ln/>
        </p:spPr>
        <p:txBody>
          <a:bodyPr wrap="square" rtlCol="0" anchor="ctr"/>
          <a:lstStyle/>
          <a:p>
            <a:pPr marL="0" indent="0" algn="ctr" rtl="1">
              <a:buNone/>
            </a:pPr>
            <a:r>
              <a:rPr lang="en-US" sz="3400" b="1" dirty="0">
                <a:solidFill>
                  <a:srgbClr val="3F7A55"/>
                </a:solidFill>
                <a:effectLst>
                  <a:outerShdw blurRad="38100" dist="38100" dir="2700000" algn="tl">
                    <a:srgbClr val="000000">
                      <a:alpha val="43137"/>
                    </a:srgbClr>
                  </a:outerShdw>
                </a:effectLst>
                <a:latin typeface="HelveticaNeueLT Arabic 55 Roman" panose="020B0604020202020204" pitchFamily="34" charset="-78"/>
                <a:ea typeface="Cambria" pitchFamily="34" charset="-122"/>
                <a:cs typeface="HelveticaNeueLT Arabic 55 Roman" panose="020B0604020202020204" pitchFamily="34" charset="-78"/>
              </a:rPr>
              <a:t>+55.9%</a:t>
            </a:r>
            <a:endParaRPr lang="en-US" sz="3400" dirty="0">
              <a:effectLst>
                <a:outerShdw blurRad="38100" dist="38100" dir="2700000" algn="tl">
                  <a:srgbClr val="000000">
                    <a:alpha val="43137"/>
                  </a:srgbClr>
                </a:outerShdw>
              </a:effectLst>
              <a:latin typeface="HelveticaNeueLT Arabic 55 Roman" panose="020B0604020202020204" pitchFamily="34" charset="-78"/>
              <a:cs typeface="HelveticaNeueLT Arabic 55 Roman" panose="020B0604020202020204" pitchFamily="34" charset="-78"/>
            </a:endParaRPr>
          </a:p>
        </p:txBody>
      </p:sp>
      <p:sp>
        <p:nvSpPr>
          <p:cNvPr id="6" name="Text 4"/>
          <p:cNvSpPr/>
          <p:nvPr/>
        </p:nvSpPr>
        <p:spPr>
          <a:xfrm>
            <a:off x="1019556" y="3749040"/>
            <a:ext cx="2926080" cy="822960"/>
          </a:xfrm>
          <a:prstGeom prst="rect">
            <a:avLst/>
          </a:prstGeom>
          <a:noFill/>
          <a:ln/>
        </p:spPr>
        <p:txBody>
          <a:bodyPr wrap="square" rtlCol="0" anchor="ctr"/>
          <a:lstStyle/>
          <a:p>
            <a:pPr marL="0" indent="0" algn="ctr" rtl="1">
              <a:lnSpc>
                <a:spcPct val="120000"/>
              </a:lnSpc>
              <a:buNone/>
            </a:pPr>
            <a:r>
              <a:rPr lang="en-US" sz="1250" dirty="0">
                <a:solidFill>
                  <a:schemeClr val="bg1"/>
                </a:solidFill>
                <a:latin typeface="HelveticaNeueLT Arabic 55 Roman" panose="020B0604020202020204" pitchFamily="34" charset="-78"/>
                <a:ea typeface="Arial" pitchFamily="34" charset="-122"/>
                <a:cs typeface="HelveticaNeueLT Arabic 55 Roman" panose="020B0604020202020204" pitchFamily="34" charset="-78"/>
              </a:rPr>
              <a:t>نمو تراكمي في الرياض</a:t>
            </a:r>
            <a:endParaRPr lang="en-US" sz="1250" dirty="0">
              <a:solidFill>
                <a:schemeClr val="bg1"/>
              </a:solidFill>
              <a:latin typeface="HelveticaNeueLT Arabic 55 Roman" panose="020B0604020202020204" pitchFamily="34" charset="-78"/>
              <a:cs typeface="HelveticaNeueLT Arabic 55 Roman" panose="020B0604020202020204" pitchFamily="34" charset="-78"/>
            </a:endParaRPr>
          </a:p>
          <a:p>
            <a:pPr marL="0" indent="0" algn="ctr" rtl="1">
              <a:lnSpc>
                <a:spcPct val="120000"/>
              </a:lnSpc>
              <a:buNone/>
            </a:pPr>
            <a:r>
              <a:rPr lang="en-US" sz="1250" dirty="0">
                <a:solidFill>
                  <a:schemeClr val="bg1"/>
                </a:solidFill>
                <a:latin typeface="HelveticaNeueLT Arabic 55 Roman" panose="020B0604020202020204" pitchFamily="34" charset="-78"/>
                <a:ea typeface="Arial" pitchFamily="34" charset="-122"/>
                <a:cs typeface="HelveticaNeueLT Arabic 55 Roman" panose="020B0604020202020204" pitchFamily="34" charset="-78"/>
              </a:rPr>
              <a:t>(2021Q1–2026Q2)</a:t>
            </a:r>
            <a:endParaRPr lang="en-US" sz="1250" dirty="0">
              <a:solidFill>
                <a:schemeClr val="bg1"/>
              </a:solidFill>
              <a:latin typeface="HelveticaNeueLT Arabic 55 Roman" panose="020B0604020202020204" pitchFamily="34" charset="-78"/>
              <a:cs typeface="HelveticaNeueLT Arabic 55 Roman" panose="020B0604020202020204" pitchFamily="34" charset="-78"/>
            </a:endParaRPr>
          </a:p>
        </p:txBody>
      </p:sp>
      <p:sp>
        <p:nvSpPr>
          <p:cNvPr id="7" name="Shape 5"/>
          <p:cNvSpPr/>
          <p:nvPr/>
        </p:nvSpPr>
        <p:spPr>
          <a:xfrm>
            <a:off x="4448556" y="2788920"/>
            <a:ext cx="3291840" cy="1874520"/>
          </a:xfrm>
          <a:prstGeom prst="roundRect">
            <a:avLst>
              <a:gd name="adj" fmla="val 3902"/>
            </a:avLst>
          </a:prstGeom>
          <a:solidFill>
            <a:srgbClr val="FFFFFF">
              <a:alpha val="20000"/>
            </a:srgbClr>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8" name="Text 6"/>
          <p:cNvSpPr/>
          <p:nvPr/>
        </p:nvSpPr>
        <p:spPr>
          <a:xfrm>
            <a:off x="4448556" y="2971800"/>
            <a:ext cx="3291840" cy="777240"/>
          </a:xfrm>
          <a:prstGeom prst="rect">
            <a:avLst/>
          </a:prstGeom>
          <a:noFill/>
          <a:ln/>
        </p:spPr>
        <p:txBody>
          <a:bodyPr wrap="square" rtlCol="0" anchor="ctr"/>
          <a:lstStyle/>
          <a:p>
            <a:pPr marL="0" indent="0" algn="ctr" rtl="1">
              <a:buNone/>
            </a:pPr>
            <a:r>
              <a:rPr lang="en-US" sz="3400" b="1" dirty="0">
                <a:solidFill>
                  <a:srgbClr val="3F7A55"/>
                </a:solidFill>
                <a:effectLst>
                  <a:outerShdw blurRad="38100" dist="38100" dir="2700000" algn="tl">
                    <a:srgbClr val="000000">
                      <a:alpha val="43137"/>
                    </a:srgbClr>
                  </a:outerShdw>
                </a:effectLst>
                <a:latin typeface="HelveticaNeueLT Arabic 55 Roman" panose="020B0604020202020204" pitchFamily="34" charset="-78"/>
                <a:ea typeface="Cambria" pitchFamily="34" charset="-122"/>
                <a:cs typeface="HelveticaNeueLT Arabic 55 Roman" panose="020B0604020202020204" pitchFamily="34" charset="-78"/>
              </a:rPr>
              <a:t>+33.6%</a:t>
            </a:r>
            <a:endParaRPr lang="en-US" sz="3400" dirty="0">
              <a:effectLst>
                <a:outerShdw blurRad="38100" dist="38100" dir="2700000" algn="tl">
                  <a:srgbClr val="000000">
                    <a:alpha val="43137"/>
                  </a:srgbClr>
                </a:outerShdw>
              </a:effectLst>
              <a:latin typeface="HelveticaNeueLT Arabic 55 Roman" panose="020B0604020202020204" pitchFamily="34" charset="-78"/>
              <a:cs typeface="HelveticaNeueLT Arabic 55 Roman" panose="020B0604020202020204" pitchFamily="34" charset="-78"/>
            </a:endParaRPr>
          </a:p>
        </p:txBody>
      </p:sp>
      <p:sp>
        <p:nvSpPr>
          <p:cNvPr id="9" name="Text 7"/>
          <p:cNvSpPr/>
          <p:nvPr/>
        </p:nvSpPr>
        <p:spPr>
          <a:xfrm>
            <a:off x="4631436" y="3749040"/>
            <a:ext cx="2926080" cy="822960"/>
          </a:xfrm>
          <a:prstGeom prst="rect">
            <a:avLst/>
          </a:prstGeom>
          <a:noFill/>
          <a:ln/>
        </p:spPr>
        <p:txBody>
          <a:bodyPr wrap="square" rtlCol="0" anchor="ctr"/>
          <a:lstStyle/>
          <a:p>
            <a:pPr marL="0" indent="0" algn="ctr" rtl="1">
              <a:lnSpc>
                <a:spcPct val="120000"/>
              </a:lnSpc>
              <a:buNone/>
            </a:pPr>
            <a:r>
              <a:rPr lang="en-US" sz="1250" dirty="0">
                <a:solidFill>
                  <a:schemeClr val="bg1"/>
                </a:solidFill>
                <a:latin typeface="HelveticaNeueLT Arabic 55 Roman" panose="020B0604020202020204" pitchFamily="34" charset="-78"/>
                <a:ea typeface="Arial" pitchFamily="34" charset="-122"/>
                <a:cs typeface="HelveticaNeueLT Arabic 55 Roman" panose="020B0604020202020204" pitchFamily="34" charset="-78"/>
              </a:rPr>
              <a:t>نمو الأراضي السكنية</a:t>
            </a:r>
            <a:endParaRPr lang="en-US" sz="1250" dirty="0">
              <a:solidFill>
                <a:schemeClr val="bg1"/>
              </a:solidFill>
              <a:latin typeface="HelveticaNeueLT Arabic 55 Roman" panose="020B0604020202020204" pitchFamily="34" charset="-78"/>
              <a:cs typeface="HelveticaNeueLT Arabic 55 Roman" panose="020B0604020202020204" pitchFamily="34" charset="-78"/>
            </a:endParaRPr>
          </a:p>
          <a:p>
            <a:pPr marL="0" indent="0" algn="ctr" rtl="1">
              <a:lnSpc>
                <a:spcPct val="120000"/>
              </a:lnSpc>
              <a:buNone/>
            </a:pPr>
            <a:r>
              <a:rPr lang="en-US" sz="1250" dirty="0">
                <a:solidFill>
                  <a:schemeClr val="bg1"/>
                </a:solidFill>
                <a:latin typeface="HelveticaNeueLT Arabic 55 Roman" panose="020B0604020202020204" pitchFamily="34" charset="-78"/>
                <a:ea typeface="Arial" pitchFamily="34" charset="-122"/>
                <a:cs typeface="HelveticaNeueLT Arabic 55 Roman" panose="020B0604020202020204" pitchFamily="34" charset="-78"/>
              </a:rPr>
              <a:t>وهي الأقل تقلباً بين الأنواع</a:t>
            </a:r>
            <a:endParaRPr lang="en-US" sz="1250" dirty="0">
              <a:solidFill>
                <a:schemeClr val="bg1"/>
              </a:solidFill>
              <a:latin typeface="HelveticaNeueLT Arabic 55 Roman" panose="020B0604020202020204" pitchFamily="34" charset="-78"/>
              <a:cs typeface="HelveticaNeueLT Arabic 55 Roman" panose="020B0604020202020204" pitchFamily="34" charset="-78"/>
            </a:endParaRPr>
          </a:p>
        </p:txBody>
      </p:sp>
      <p:sp>
        <p:nvSpPr>
          <p:cNvPr id="10" name="Shape 8"/>
          <p:cNvSpPr/>
          <p:nvPr/>
        </p:nvSpPr>
        <p:spPr>
          <a:xfrm>
            <a:off x="8060436" y="2788920"/>
            <a:ext cx="3291840" cy="1874520"/>
          </a:xfrm>
          <a:prstGeom prst="roundRect">
            <a:avLst>
              <a:gd name="adj" fmla="val 3902"/>
            </a:avLst>
          </a:prstGeom>
          <a:solidFill>
            <a:srgbClr val="FFFFFF">
              <a:alpha val="20000"/>
            </a:srgbClr>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11" name="Text 9"/>
          <p:cNvSpPr/>
          <p:nvPr/>
        </p:nvSpPr>
        <p:spPr>
          <a:xfrm>
            <a:off x="8060436" y="2971800"/>
            <a:ext cx="3291840" cy="777240"/>
          </a:xfrm>
          <a:prstGeom prst="rect">
            <a:avLst/>
          </a:prstGeom>
          <a:noFill/>
          <a:ln/>
        </p:spPr>
        <p:txBody>
          <a:bodyPr wrap="square" rtlCol="0" anchor="ctr"/>
          <a:lstStyle/>
          <a:p>
            <a:pPr marL="0" indent="0" algn="ctr" rtl="1">
              <a:buNone/>
            </a:pPr>
            <a:r>
              <a:rPr lang="en-US" sz="3400" b="1" dirty="0">
                <a:solidFill>
                  <a:srgbClr val="A8483D"/>
                </a:solidFill>
                <a:effectLst>
                  <a:outerShdw blurRad="38100" dist="38100" dir="2700000" algn="tl">
                    <a:srgbClr val="000000">
                      <a:alpha val="43137"/>
                    </a:srgbClr>
                  </a:outerShdw>
                </a:effectLst>
                <a:latin typeface="HelveticaNeueLT Arabic 55 Roman" panose="020B0604020202020204" pitchFamily="34" charset="-78"/>
                <a:ea typeface="Cambria" pitchFamily="34" charset="-122"/>
                <a:cs typeface="HelveticaNeueLT Arabic 55 Roman" panose="020B0604020202020204" pitchFamily="34" charset="-78"/>
              </a:rPr>
              <a:t>-32.1%</a:t>
            </a:r>
            <a:endParaRPr lang="en-US" sz="3400" dirty="0">
              <a:effectLst>
                <a:outerShdw blurRad="38100" dist="38100" dir="2700000" algn="tl">
                  <a:srgbClr val="000000">
                    <a:alpha val="43137"/>
                  </a:srgbClr>
                </a:outerShdw>
              </a:effectLst>
              <a:latin typeface="HelveticaNeueLT Arabic 55 Roman" panose="020B0604020202020204" pitchFamily="34" charset="-78"/>
              <a:cs typeface="HelveticaNeueLT Arabic 55 Roman" panose="020B0604020202020204" pitchFamily="34" charset="-78"/>
            </a:endParaRPr>
          </a:p>
        </p:txBody>
      </p:sp>
      <p:sp>
        <p:nvSpPr>
          <p:cNvPr id="12" name="Text 10"/>
          <p:cNvSpPr/>
          <p:nvPr/>
        </p:nvSpPr>
        <p:spPr>
          <a:xfrm>
            <a:off x="8243316" y="3749040"/>
            <a:ext cx="2926080" cy="822960"/>
          </a:xfrm>
          <a:prstGeom prst="rect">
            <a:avLst/>
          </a:prstGeom>
          <a:noFill/>
          <a:ln/>
        </p:spPr>
        <p:txBody>
          <a:bodyPr wrap="square" rtlCol="0" anchor="ctr"/>
          <a:lstStyle/>
          <a:p>
            <a:pPr marL="0" indent="0" algn="ctr" rtl="1">
              <a:lnSpc>
                <a:spcPct val="120000"/>
              </a:lnSpc>
              <a:buNone/>
            </a:pPr>
            <a:r>
              <a:rPr lang="en-US" sz="1250" dirty="0">
                <a:solidFill>
                  <a:schemeClr val="bg1"/>
                </a:solidFill>
                <a:latin typeface="HelveticaNeueLT Arabic 55 Roman" panose="020B0604020202020204" pitchFamily="34" charset="-78"/>
                <a:ea typeface="Arial" pitchFamily="34" charset="-122"/>
                <a:cs typeface="HelveticaNeueLT Arabic 55 Roman" panose="020B0604020202020204" pitchFamily="34" charset="-78"/>
              </a:rPr>
              <a:t>انخفاض تراكمي في الباحة</a:t>
            </a:r>
            <a:endParaRPr lang="en-US" sz="1250" dirty="0">
              <a:solidFill>
                <a:schemeClr val="bg1"/>
              </a:solidFill>
              <a:latin typeface="HelveticaNeueLT Arabic 55 Roman" panose="020B0604020202020204" pitchFamily="34" charset="-78"/>
              <a:cs typeface="HelveticaNeueLT Arabic 55 Roman" panose="020B0604020202020204" pitchFamily="34" charset="-78"/>
            </a:endParaRPr>
          </a:p>
          <a:p>
            <a:pPr marL="0" indent="0" algn="ctr" rtl="1">
              <a:lnSpc>
                <a:spcPct val="120000"/>
              </a:lnSpc>
              <a:buNone/>
            </a:pPr>
            <a:r>
              <a:rPr lang="en-US" sz="1250" dirty="0">
                <a:solidFill>
                  <a:schemeClr val="bg1"/>
                </a:solidFill>
                <a:latin typeface="HelveticaNeueLT Arabic 55 Roman" panose="020B0604020202020204" pitchFamily="34" charset="-78"/>
                <a:ea typeface="Arial" pitchFamily="34" charset="-122"/>
                <a:cs typeface="HelveticaNeueLT Arabic 55 Roman" panose="020B0604020202020204" pitchFamily="34" charset="-78"/>
              </a:rPr>
              <a:t>يستدعي تحققاً إضافياً</a:t>
            </a:r>
            <a:endParaRPr lang="en-US" sz="1250" dirty="0">
              <a:solidFill>
                <a:schemeClr val="bg1"/>
              </a:solidFill>
              <a:latin typeface="HelveticaNeueLT Arabic 55 Roman" panose="020B0604020202020204" pitchFamily="34" charset="-78"/>
              <a:cs typeface="HelveticaNeueLT Arabic 55 Roman" panose="020B0604020202020204" pitchFamily="34" charset="-78"/>
            </a:endParaRPr>
          </a:p>
        </p:txBody>
      </p:sp>
      <p:sp>
        <p:nvSpPr>
          <p:cNvPr id="13" name="Text 11"/>
          <p:cNvSpPr/>
          <p:nvPr/>
        </p:nvSpPr>
        <p:spPr>
          <a:xfrm>
            <a:off x="640080" y="5074920"/>
            <a:ext cx="10881360" cy="822960"/>
          </a:xfrm>
          <a:prstGeom prst="rect">
            <a:avLst/>
          </a:prstGeom>
          <a:noFill/>
          <a:ln/>
        </p:spPr>
        <p:txBody>
          <a:bodyPr wrap="square" rtlCol="0" anchor="ctr"/>
          <a:lstStyle/>
          <a:p>
            <a:pPr marL="0" indent="0" algn="r" rtl="1">
              <a:lnSpc>
                <a:spcPct val="130000"/>
              </a:lnSpc>
              <a:buNone/>
            </a:pPr>
            <a:r>
              <a:rPr lang="en-US" sz="1300" i="1" dirty="0">
                <a:solidFill>
                  <a:srgbClr val="C7CEDE"/>
                </a:solidFill>
                <a:latin typeface="HelveticaNeueLT Arabic 55 Roman" panose="020B0604020202020204" pitchFamily="34" charset="-78"/>
                <a:ea typeface="Arial" pitchFamily="34" charset="-122"/>
                <a:cs typeface="HelveticaNeueLT Arabic 55 Roman" panose="020B0604020202020204" pitchFamily="34" charset="-78"/>
              </a:rPr>
              <a:t>الأساس: الرياض تتفوق بفارق كبير على كل المناطق الأخرى، والأراضي السكنية تجمع بين أعلى نمو وأدنى تقلب بين فئات الأصول. في المقابل، الباحة هي المنطقة الوحيدة التي تُظهر اتجاهاً هبوطياً حاداً ومستمراً.</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14" name="Text 12"/>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8E97AC"/>
                </a:solidFill>
                <a:latin typeface="HelveticaNeueLT Arabic 55 Roman" panose="020B0604020202020204" pitchFamily="34" charset="-78"/>
                <a:ea typeface="Arial" pitchFamily="34" charset="-122"/>
                <a:cs typeface="HelveticaNeueLT Arabic 55 Roman" panose="020B0604020202020204" pitchFamily="34" charset="-78"/>
              </a:rPr>
              <a:t>2</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16" name="Text 1">
            <a:extLst>
              <a:ext uri="{FF2B5EF4-FFF2-40B4-BE49-F238E27FC236}">
                <a16:creationId xmlns:a16="http://schemas.microsoft.com/office/drawing/2014/main" id="{6363A0FA-86D1-3C17-B448-1E5597121047}"/>
              </a:ext>
            </a:extLst>
          </p:cNvPr>
          <p:cNvSpPr/>
          <p:nvPr/>
        </p:nvSpPr>
        <p:spPr>
          <a:xfrm>
            <a:off x="640080" y="548640"/>
            <a:ext cx="10881360" cy="411481"/>
          </a:xfrm>
          <a:prstGeom prst="rect">
            <a:avLst/>
          </a:prstGeom>
          <a:noFill/>
          <a:ln/>
        </p:spPr>
        <p:txBody>
          <a:bodyPr wrap="square" rtlCol="0" anchor="ctr"/>
          <a:lstStyle/>
          <a:p>
            <a:pPr marL="0" indent="0" algn="r" rtl="1">
              <a:lnSpc>
                <a:spcPct val="108000"/>
              </a:lnSpc>
              <a:buNone/>
            </a:pPr>
            <a:r>
              <a:rPr lang="ar-SA" b="1" dirty="0">
                <a:solidFill>
                  <a:srgbClr val="E4D3B8"/>
                </a:solidFill>
                <a:latin typeface="HelveticaNeueLT Arabic 55 Roman" panose="020B0604020202020204" pitchFamily="34" charset="-78"/>
                <a:ea typeface="Cambria" pitchFamily="34" charset="-122"/>
                <a:cs typeface="HelveticaNeueLT Arabic 55 Roman" panose="020B0604020202020204" pitchFamily="34" charset="-78"/>
              </a:rPr>
              <a:t>القرار المطلوب من هذا العرض</a:t>
            </a:r>
            <a:endParaRPr lang="en-US" dirty="0">
              <a:solidFill>
                <a:srgbClr val="E4D3B8"/>
              </a:solidFill>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0" y="457200"/>
            <a:ext cx="7315200" cy="548640"/>
          </a:xfrm>
          <a:prstGeom prst="rect">
            <a:avLst/>
          </a:prstGeom>
          <a:noFill/>
          <a:ln/>
        </p:spPr>
        <p:txBody>
          <a:bodyPr wrap="square" rtlCol="0" anchor="ctr"/>
          <a:lstStyle/>
          <a:p>
            <a:pPr marL="0" indent="0" algn="r" rtl="1">
              <a:buNone/>
            </a:pPr>
            <a:r>
              <a:rPr lang="en-US" sz="30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محاور العرض</a:t>
            </a:r>
            <a:endParaRPr lang="en-US" sz="3000" dirty="0">
              <a:latin typeface="HelveticaNeueLT Arabic 55 Roman" panose="020B0604020202020204" pitchFamily="34" charset="-78"/>
              <a:cs typeface="HelveticaNeueLT Arabic 55 Roman" panose="020B0604020202020204" pitchFamily="34" charset="-78"/>
            </a:endParaRPr>
          </a:p>
        </p:txBody>
      </p:sp>
      <p:sp>
        <p:nvSpPr>
          <p:cNvPr id="5" name="Shape 3"/>
          <p:cNvSpPr/>
          <p:nvPr/>
        </p:nvSpPr>
        <p:spPr>
          <a:xfrm>
            <a:off x="6217920" y="1911096"/>
            <a:ext cx="521208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8" name="Shape 6"/>
          <p:cNvSpPr/>
          <p:nvPr/>
        </p:nvSpPr>
        <p:spPr>
          <a:xfrm>
            <a:off x="6217920" y="2478024"/>
            <a:ext cx="521208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11" name="Shape 9"/>
          <p:cNvSpPr/>
          <p:nvPr/>
        </p:nvSpPr>
        <p:spPr>
          <a:xfrm>
            <a:off x="6217920" y="3044952"/>
            <a:ext cx="521208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14" name="Shape 12"/>
          <p:cNvSpPr/>
          <p:nvPr/>
        </p:nvSpPr>
        <p:spPr>
          <a:xfrm>
            <a:off x="6217920" y="3611880"/>
            <a:ext cx="521208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17" name="Shape 15"/>
          <p:cNvSpPr/>
          <p:nvPr/>
        </p:nvSpPr>
        <p:spPr>
          <a:xfrm>
            <a:off x="6217920" y="4178808"/>
            <a:ext cx="521208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20" name="Shape 18"/>
          <p:cNvSpPr/>
          <p:nvPr/>
        </p:nvSpPr>
        <p:spPr>
          <a:xfrm>
            <a:off x="6217920" y="4745736"/>
            <a:ext cx="521208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23" name="Shape 21"/>
          <p:cNvSpPr/>
          <p:nvPr/>
        </p:nvSpPr>
        <p:spPr>
          <a:xfrm>
            <a:off x="640080" y="1911096"/>
            <a:ext cx="585216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26" name="Shape 24"/>
          <p:cNvSpPr/>
          <p:nvPr/>
        </p:nvSpPr>
        <p:spPr>
          <a:xfrm>
            <a:off x="640080" y="2478024"/>
            <a:ext cx="585216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29" name="Shape 27"/>
          <p:cNvSpPr/>
          <p:nvPr/>
        </p:nvSpPr>
        <p:spPr>
          <a:xfrm>
            <a:off x="640080" y="3044952"/>
            <a:ext cx="585216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32" name="Shape 30"/>
          <p:cNvSpPr/>
          <p:nvPr/>
        </p:nvSpPr>
        <p:spPr>
          <a:xfrm>
            <a:off x="640080" y="3611880"/>
            <a:ext cx="585216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35" name="Shape 33"/>
          <p:cNvSpPr/>
          <p:nvPr/>
        </p:nvSpPr>
        <p:spPr>
          <a:xfrm>
            <a:off x="640080" y="4178808"/>
            <a:ext cx="585216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3" name="Text 1"/>
          <p:cNvSpPr/>
          <p:nvPr/>
        </p:nvSpPr>
        <p:spPr>
          <a:xfrm>
            <a:off x="10863072" y="1417320"/>
            <a:ext cx="640080" cy="475488"/>
          </a:xfrm>
          <a:prstGeom prst="rect">
            <a:avLst/>
          </a:prstGeom>
          <a:noFill/>
          <a:ln/>
        </p:spPr>
        <p:txBody>
          <a:bodyPr wrap="square" rtlCol="0" anchor="ctr"/>
          <a:lstStyle/>
          <a:p>
            <a:pPr marL="0" indent="0" algn="r" rtl="1">
              <a:buNone/>
            </a:pPr>
            <a:r>
              <a:rPr lang="en-US" sz="1800" b="1" dirty="0">
                <a:solidFill>
                  <a:srgbClr val="B8935F"/>
                </a:solidFill>
                <a:latin typeface="HelveticaNeueLT Arabic 55 Roman" panose="020B0604020202020204" pitchFamily="34" charset="-78"/>
                <a:ea typeface="Cambria" pitchFamily="34" charset="-122"/>
                <a:cs typeface="HelveticaNeueLT Arabic 55 Roman" panose="020B0604020202020204" pitchFamily="34" charset="-78"/>
              </a:rPr>
              <a:t>01</a:t>
            </a:r>
            <a:endParaRPr lang="en-US" sz="1800" dirty="0">
              <a:latin typeface="HelveticaNeueLT Arabic 55 Roman" panose="020B0604020202020204" pitchFamily="34" charset="-78"/>
              <a:cs typeface="HelveticaNeueLT Arabic 55 Roman" panose="020B0604020202020204" pitchFamily="34" charset="-78"/>
            </a:endParaRPr>
          </a:p>
        </p:txBody>
      </p:sp>
      <p:sp>
        <p:nvSpPr>
          <p:cNvPr id="6" name="Text 4"/>
          <p:cNvSpPr/>
          <p:nvPr/>
        </p:nvSpPr>
        <p:spPr>
          <a:xfrm>
            <a:off x="10863072" y="1984248"/>
            <a:ext cx="640080" cy="475488"/>
          </a:xfrm>
          <a:prstGeom prst="rect">
            <a:avLst/>
          </a:prstGeom>
          <a:noFill/>
          <a:ln/>
        </p:spPr>
        <p:txBody>
          <a:bodyPr wrap="square" rtlCol="0" anchor="ctr"/>
          <a:lstStyle/>
          <a:p>
            <a:pPr marL="0" indent="0" algn="r" rtl="1">
              <a:buNone/>
            </a:pPr>
            <a:r>
              <a:rPr lang="en-US" sz="1800" b="1" dirty="0">
                <a:solidFill>
                  <a:srgbClr val="B8935F"/>
                </a:solidFill>
                <a:latin typeface="HelveticaNeueLT Arabic 55 Roman" panose="020B0604020202020204" pitchFamily="34" charset="-78"/>
                <a:ea typeface="Cambria" pitchFamily="34" charset="-122"/>
                <a:cs typeface="HelveticaNeueLT Arabic 55 Roman" panose="020B0604020202020204" pitchFamily="34" charset="-78"/>
              </a:rPr>
              <a:t>02</a:t>
            </a:r>
            <a:endParaRPr lang="en-US" sz="1800" dirty="0">
              <a:latin typeface="HelveticaNeueLT Arabic 55 Roman" panose="020B0604020202020204" pitchFamily="34" charset="-78"/>
              <a:cs typeface="HelveticaNeueLT Arabic 55 Roman" panose="020B0604020202020204" pitchFamily="34" charset="-78"/>
            </a:endParaRPr>
          </a:p>
        </p:txBody>
      </p:sp>
      <p:sp>
        <p:nvSpPr>
          <p:cNvPr id="9" name="Text 7"/>
          <p:cNvSpPr/>
          <p:nvPr/>
        </p:nvSpPr>
        <p:spPr>
          <a:xfrm>
            <a:off x="10863072" y="2551176"/>
            <a:ext cx="640080" cy="475488"/>
          </a:xfrm>
          <a:prstGeom prst="rect">
            <a:avLst/>
          </a:prstGeom>
          <a:noFill/>
          <a:ln/>
        </p:spPr>
        <p:txBody>
          <a:bodyPr wrap="square" rtlCol="0" anchor="ctr"/>
          <a:lstStyle/>
          <a:p>
            <a:pPr marL="0" indent="0" algn="r" rtl="1">
              <a:buNone/>
            </a:pPr>
            <a:r>
              <a:rPr lang="en-US" sz="1800" b="1" dirty="0">
                <a:solidFill>
                  <a:srgbClr val="B8935F"/>
                </a:solidFill>
                <a:latin typeface="HelveticaNeueLT Arabic 55 Roman" panose="020B0604020202020204" pitchFamily="34" charset="-78"/>
                <a:ea typeface="Cambria" pitchFamily="34" charset="-122"/>
                <a:cs typeface="HelveticaNeueLT Arabic 55 Roman" panose="020B0604020202020204" pitchFamily="34" charset="-78"/>
              </a:rPr>
              <a:t>03</a:t>
            </a:r>
            <a:endParaRPr lang="en-US" sz="1800" dirty="0">
              <a:latin typeface="HelveticaNeueLT Arabic 55 Roman" panose="020B0604020202020204" pitchFamily="34" charset="-78"/>
              <a:cs typeface="HelveticaNeueLT Arabic 55 Roman" panose="020B0604020202020204" pitchFamily="34" charset="-78"/>
            </a:endParaRPr>
          </a:p>
        </p:txBody>
      </p:sp>
      <p:sp>
        <p:nvSpPr>
          <p:cNvPr id="12" name="Text 10"/>
          <p:cNvSpPr/>
          <p:nvPr/>
        </p:nvSpPr>
        <p:spPr>
          <a:xfrm>
            <a:off x="10863072" y="3118104"/>
            <a:ext cx="640080" cy="475488"/>
          </a:xfrm>
          <a:prstGeom prst="rect">
            <a:avLst/>
          </a:prstGeom>
          <a:noFill/>
          <a:ln/>
        </p:spPr>
        <p:txBody>
          <a:bodyPr wrap="square" rtlCol="0" anchor="ctr"/>
          <a:lstStyle/>
          <a:p>
            <a:pPr marL="0" indent="0" algn="r" rtl="1">
              <a:buNone/>
            </a:pPr>
            <a:r>
              <a:rPr lang="en-US" sz="1800" b="1" dirty="0">
                <a:solidFill>
                  <a:srgbClr val="B8935F"/>
                </a:solidFill>
                <a:latin typeface="HelveticaNeueLT Arabic 55 Roman" panose="020B0604020202020204" pitchFamily="34" charset="-78"/>
                <a:ea typeface="Cambria" pitchFamily="34" charset="-122"/>
                <a:cs typeface="HelveticaNeueLT Arabic 55 Roman" panose="020B0604020202020204" pitchFamily="34" charset="-78"/>
              </a:rPr>
              <a:t>04</a:t>
            </a:r>
            <a:endParaRPr lang="en-US" sz="1800" dirty="0">
              <a:latin typeface="HelveticaNeueLT Arabic 55 Roman" panose="020B0604020202020204" pitchFamily="34" charset="-78"/>
              <a:cs typeface="HelveticaNeueLT Arabic 55 Roman" panose="020B0604020202020204" pitchFamily="34" charset="-78"/>
            </a:endParaRPr>
          </a:p>
        </p:txBody>
      </p:sp>
      <p:sp>
        <p:nvSpPr>
          <p:cNvPr id="15" name="Text 13"/>
          <p:cNvSpPr/>
          <p:nvPr/>
        </p:nvSpPr>
        <p:spPr>
          <a:xfrm>
            <a:off x="10863072" y="3685032"/>
            <a:ext cx="640080" cy="475488"/>
          </a:xfrm>
          <a:prstGeom prst="rect">
            <a:avLst/>
          </a:prstGeom>
          <a:noFill/>
          <a:ln/>
        </p:spPr>
        <p:txBody>
          <a:bodyPr wrap="square" rtlCol="0" anchor="ctr"/>
          <a:lstStyle/>
          <a:p>
            <a:pPr marL="0" indent="0" algn="r" rtl="1">
              <a:buNone/>
            </a:pPr>
            <a:r>
              <a:rPr lang="en-US" sz="1800" b="1" dirty="0">
                <a:solidFill>
                  <a:srgbClr val="B8935F"/>
                </a:solidFill>
                <a:latin typeface="HelveticaNeueLT Arabic 55 Roman" panose="020B0604020202020204" pitchFamily="34" charset="-78"/>
                <a:ea typeface="Cambria" pitchFamily="34" charset="-122"/>
                <a:cs typeface="HelveticaNeueLT Arabic 55 Roman" panose="020B0604020202020204" pitchFamily="34" charset="-78"/>
              </a:rPr>
              <a:t>05</a:t>
            </a:r>
            <a:endParaRPr lang="en-US" sz="1800" dirty="0">
              <a:latin typeface="HelveticaNeueLT Arabic 55 Roman" panose="020B0604020202020204" pitchFamily="34" charset="-78"/>
              <a:cs typeface="HelveticaNeueLT Arabic 55 Roman" panose="020B0604020202020204" pitchFamily="34" charset="-78"/>
            </a:endParaRPr>
          </a:p>
        </p:txBody>
      </p:sp>
      <p:sp>
        <p:nvSpPr>
          <p:cNvPr id="18" name="Text 16"/>
          <p:cNvSpPr/>
          <p:nvPr/>
        </p:nvSpPr>
        <p:spPr>
          <a:xfrm>
            <a:off x="10863072" y="4251960"/>
            <a:ext cx="640080" cy="475488"/>
          </a:xfrm>
          <a:prstGeom prst="rect">
            <a:avLst/>
          </a:prstGeom>
          <a:noFill/>
          <a:ln/>
        </p:spPr>
        <p:txBody>
          <a:bodyPr wrap="square" rtlCol="0" anchor="ctr"/>
          <a:lstStyle/>
          <a:p>
            <a:pPr marL="0" indent="0" algn="r" rtl="1">
              <a:buNone/>
            </a:pPr>
            <a:r>
              <a:rPr lang="en-US" sz="1800" b="1" dirty="0">
                <a:solidFill>
                  <a:srgbClr val="B8935F"/>
                </a:solidFill>
                <a:latin typeface="HelveticaNeueLT Arabic 55 Roman" panose="020B0604020202020204" pitchFamily="34" charset="-78"/>
                <a:ea typeface="Cambria" pitchFamily="34" charset="-122"/>
                <a:cs typeface="HelveticaNeueLT Arabic 55 Roman" panose="020B0604020202020204" pitchFamily="34" charset="-78"/>
              </a:rPr>
              <a:t>06</a:t>
            </a:r>
            <a:endParaRPr lang="en-US" sz="1800" dirty="0">
              <a:latin typeface="HelveticaNeueLT Arabic 55 Roman" panose="020B0604020202020204" pitchFamily="34" charset="-78"/>
              <a:cs typeface="HelveticaNeueLT Arabic 55 Roman" panose="020B0604020202020204" pitchFamily="34" charset="-78"/>
            </a:endParaRPr>
          </a:p>
        </p:txBody>
      </p:sp>
      <p:sp>
        <p:nvSpPr>
          <p:cNvPr id="21" name="Text 19"/>
          <p:cNvSpPr/>
          <p:nvPr/>
        </p:nvSpPr>
        <p:spPr>
          <a:xfrm>
            <a:off x="5285232" y="1417320"/>
            <a:ext cx="640080" cy="475488"/>
          </a:xfrm>
          <a:prstGeom prst="rect">
            <a:avLst/>
          </a:prstGeom>
          <a:noFill/>
          <a:ln/>
        </p:spPr>
        <p:txBody>
          <a:bodyPr wrap="square" rtlCol="0" anchor="ctr"/>
          <a:lstStyle/>
          <a:p>
            <a:pPr marL="0" indent="0" algn="r" rtl="1">
              <a:buNone/>
            </a:pPr>
            <a:r>
              <a:rPr lang="en-US" sz="1800" b="1" dirty="0">
                <a:solidFill>
                  <a:srgbClr val="B8935F"/>
                </a:solidFill>
                <a:latin typeface="HelveticaNeueLT Arabic 55 Roman" panose="020B0604020202020204" pitchFamily="34" charset="-78"/>
                <a:ea typeface="Cambria" pitchFamily="34" charset="-122"/>
                <a:cs typeface="HelveticaNeueLT Arabic 55 Roman" panose="020B0604020202020204" pitchFamily="34" charset="-78"/>
              </a:rPr>
              <a:t>07</a:t>
            </a:r>
            <a:endParaRPr lang="en-US" sz="1800" dirty="0">
              <a:latin typeface="HelveticaNeueLT Arabic 55 Roman" panose="020B0604020202020204" pitchFamily="34" charset="-78"/>
              <a:cs typeface="HelveticaNeueLT Arabic 55 Roman" panose="020B0604020202020204" pitchFamily="34" charset="-78"/>
            </a:endParaRPr>
          </a:p>
        </p:txBody>
      </p:sp>
      <p:sp>
        <p:nvSpPr>
          <p:cNvPr id="24" name="Text 22"/>
          <p:cNvSpPr/>
          <p:nvPr/>
        </p:nvSpPr>
        <p:spPr>
          <a:xfrm>
            <a:off x="5285232" y="1984248"/>
            <a:ext cx="640080" cy="475488"/>
          </a:xfrm>
          <a:prstGeom prst="rect">
            <a:avLst/>
          </a:prstGeom>
          <a:noFill/>
          <a:ln/>
        </p:spPr>
        <p:txBody>
          <a:bodyPr wrap="square" rtlCol="0" anchor="ctr"/>
          <a:lstStyle/>
          <a:p>
            <a:pPr marL="0" indent="0" algn="r" rtl="1">
              <a:buNone/>
            </a:pPr>
            <a:r>
              <a:rPr lang="en-US" sz="1800" b="1" dirty="0">
                <a:solidFill>
                  <a:srgbClr val="B8935F"/>
                </a:solidFill>
                <a:latin typeface="HelveticaNeueLT Arabic 55 Roman" panose="020B0604020202020204" pitchFamily="34" charset="-78"/>
                <a:ea typeface="Cambria" pitchFamily="34" charset="-122"/>
                <a:cs typeface="HelveticaNeueLT Arabic 55 Roman" panose="020B0604020202020204" pitchFamily="34" charset="-78"/>
              </a:rPr>
              <a:t>08</a:t>
            </a:r>
            <a:endParaRPr lang="en-US" sz="1800" dirty="0">
              <a:latin typeface="HelveticaNeueLT Arabic 55 Roman" panose="020B0604020202020204" pitchFamily="34" charset="-78"/>
              <a:cs typeface="HelveticaNeueLT Arabic 55 Roman" panose="020B0604020202020204" pitchFamily="34" charset="-78"/>
            </a:endParaRPr>
          </a:p>
        </p:txBody>
      </p:sp>
      <p:sp>
        <p:nvSpPr>
          <p:cNvPr id="27" name="Text 25"/>
          <p:cNvSpPr/>
          <p:nvPr/>
        </p:nvSpPr>
        <p:spPr>
          <a:xfrm>
            <a:off x="5285232" y="2551176"/>
            <a:ext cx="640080" cy="475488"/>
          </a:xfrm>
          <a:prstGeom prst="rect">
            <a:avLst/>
          </a:prstGeom>
          <a:noFill/>
          <a:ln/>
        </p:spPr>
        <p:txBody>
          <a:bodyPr wrap="square" rtlCol="0" anchor="ctr"/>
          <a:lstStyle/>
          <a:p>
            <a:pPr marL="0" indent="0" algn="r" rtl="1">
              <a:buNone/>
            </a:pPr>
            <a:r>
              <a:rPr lang="en-US" sz="1800" b="1" dirty="0">
                <a:solidFill>
                  <a:srgbClr val="B8935F"/>
                </a:solidFill>
                <a:latin typeface="HelveticaNeueLT Arabic 55 Roman" panose="020B0604020202020204" pitchFamily="34" charset="-78"/>
                <a:ea typeface="Cambria" pitchFamily="34" charset="-122"/>
                <a:cs typeface="HelveticaNeueLT Arabic 55 Roman" panose="020B0604020202020204" pitchFamily="34" charset="-78"/>
              </a:rPr>
              <a:t>09</a:t>
            </a:r>
            <a:endParaRPr lang="en-US" sz="1800" dirty="0">
              <a:latin typeface="HelveticaNeueLT Arabic 55 Roman" panose="020B0604020202020204" pitchFamily="34" charset="-78"/>
              <a:cs typeface="HelveticaNeueLT Arabic 55 Roman" panose="020B0604020202020204" pitchFamily="34" charset="-78"/>
            </a:endParaRPr>
          </a:p>
        </p:txBody>
      </p:sp>
      <p:sp>
        <p:nvSpPr>
          <p:cNvPr id="30" name="Text 28"/>
          <p:cNvSpPr/>
          <p:nvPr/>
        </p:nvSpPr>
        <p:spPr>
          <a:xfrm>
            <a:off x="5285232" y="3118104"/>
            <a:ext cx="640080" cy="475488"/>
          </a:xfrm>
          <a:prstGeom prst="rect">
            <a:avLst/>
          </a:prstGeom>
          <a:noFill/>
          <a:ln/>
        </p:spPr>
        <p:txBody>
          <a:bodyPr wrap="square" rtlCol="0" anchor="ctr"/>
          <a:lstStyle/>
          <a:p>
            <a:pPr marL="0" indent="0" algn="r" rtl="1">
              <a:buNone/>
            </a:pPr>
            <a:r>
              <a:rPr lang="en-US" sz="1800" b="1" dirty="0">
                <a:solidFill>
                  <a:srgbClr val="B8935F"/>
                </a:solidFill>
                <a:latin typeface="HelveticaNeueLT Arabic 55 Roman" panose="020B0604020202020204" pitchFamily="34" charset="-78"/>
                <a:ea typeface="Cambria" pitchFamily="34" charset="-122"/>
                <a:cs typeface="HelveticaNeueLT Arabic 55 Roman" panose="020B0604020202020204" pitchFamily="34" charset="-78"/>
              </a:rPr>
              <a:t>10</a:t>
            </a:r>
            <a:endParaRPr lang="en-US" sz="1800" dirty="0">
              <a:latin typeface="HelveticaNeueLT Arabic 55 Roman" panose="020B0604020202020204" pitchFamily="34" charset="-78"/>
              <a:cs typeface="HelveticaNeueLT Arabic 55 Roman" panose="020B0604020202020204" pitchFamily="34" charset="-78"/>
            </a:endParaRPr>
          </a:p>
        </p:txBody>
      </p:sp>
      <p:sp>
        <p:nvSpPr>
          <p:cNvPr id="33" name="Text 31"/>
          <p:cNvSpPr/>
          <p:nvPr/>
        </p:nvSpPr>
        <p:spPr>
          <a:xfrm>
            <a:off x="5285232" y="3685032"/>
            <a:ext cx="640080" cy="475488"/>
          </a:xfrm>
          <a:prstGeom prst="rect">
            <a:avLst/>
          </a:prstGeom>
          <a:noFill/>
          <a:ln/>
        </p:spPr>
        <p:txBody>
          <a:bodyPr wrap="square" rtlCol="0" anchor="ctr"/>
          <a:lstStyle/>
          <a:p>
            <a:pPr marL="0" indent="0" algn="r" rtl="1">
              <a:buNone/>
            </a:pPr>
            <a:r>
              <a:rPr lang="en-US" sz="1800" b="1" dirty="0">
                <a:solidFill>
                  <a:srgbClr val="B8935F"/>
                </a:solidFill>
                <a:latin typeface="HelveticaNeueLT Arabic 55 Roman" panose="020B0604020202020204" pitchFamily="34" charset="-78"/>
                <a:ea typeface="Cambria" pitchFamily="34" charset="-122"/>
                <a:cs typeface="HelveticaNeueLT Arabic 55 Roman" panose="020B0604020202020204" pitchFamily="34" charset="-78"/>
              </a:rPr>
              <a:t>11</a:t>
            </a:r>
            <a:endParaRPr lang="en-US" sz="1800" dirty="0">
              <a:latin typeface="HelveticaNeueLT Arabic 55 Roman" panose="020B0604020202020204" pitchFamily="34" charset="-78"/>
              <a:cs typeface="HelveticaNeueLT Arabic 55 Roman" panose="020B0604020202020204" pitchFamily="34" charset="-78"/>
            </a:endParaRPr>
          </a:p>
        </p:txBody>
      </p:sp>
      <p:sp>
        <p:nvSpPr>
          <p:cNvPr id="36" name="Text 34"/>
          <p:cNvSpPr/>
          <p:nvPr/>
        </p:nvSpPr>
        <p:spPr>
          <a:xfrm>
            <a:off x="5285232" y="4251960"/>
            <a:ext cx="640080" cy="475488"/>
          </a:xfrm>
          <a:prstGeom prst="rect">
            <a:avLst/>
          </a:prstGeom>
          <a:noFill/>
          <a:ln/>
        </p:spPr>
        <p:txBody>
          <a:bodyPr wrap="square" rtlCol="0" anchor="ctr"/>
          <a:lstStyle/>
          <a:p>
            <a:pPr marL="0" indent="0" algn="r" rtl="1">
              <a:buNone/>
            </a:pPr>
            <a:r>
              <a:rPr lang="en-US" sz="1800" b="1" dirty="0">
                <a:solidFill>
                  <a:srgbClr val="B8935F"/>
                </a:solidFill>
                <a:latin typeface="HelveticaNeueLT Arabic 55 Roman" panose="020B0604020202020204" pitchFamily="34" charset="-78"/>
                <a:ea typeface="Cambria" pitchFamily="34" charset="-122"/>
                <a:cs typeface="HelveticaNeueLT Arabic 55 Roman" panose="020B0604020202020204" pitchFamily="34" charset="-78"/>
              </a:rPr>
              <a:t>12</a:t>
            </a:r>
            <a:endParaRPr lang="en-US" sz="1800" dirty="0">
              <a:latin typeface="HelveticaNeueLT Arabic 55 Roman" panose="020B0604020202020204" pitchFamily="34" charset="-78"/>
              <a:cs typeface="HelveticaNeueLT Arabic 55 Roman" panose="020B0604020202020204" pitchFamily="34" charset="-78"/>
            </a:endParaRPr>
          </a:p>
        </p:txBody>
      </p:sp>
      <p:sp>
        <p:nvSpPr>
          <p:cNvPr id="4" name="Text 2"/>
          <p:cNvSpPr/>
          <p:nvPr/>
        </p:nvSpPr>
        <p:spPr>
          <a:xfrm>
            <a:off x="6382512" y="1417320"/>
            <a:ext cx="4526280" cy="475488"/>
          </a:xfrm>
          <a:prstGeom prst="rect">
            <a:avLst/>
          </a:prstGeom>
          <a:noFill/>
          <a:ln/>
        </p:spPr>
        <p:txBody>
          <a:bodyPr wrap="square" rtlCol="0" anchor="ctr"/>
          <a:lstStyle/>
          <a:p>
            <a:pPr marL="0" indent="0" algn="r" rtl="1">
              <a:buNone/>
            </a:pPr>
            <a:r>
              <a:rPr lang="en-US" sz="15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المنهجية ومصادر البيانات</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7" name="Text 5"/>
          <p:cNvSpPr/>
          <p:nvPr/>
        </p:nvSpPr>
        <p:spPr>
          <a:xfrm>
            <a:off x="6382512" y="1984248"/>
            <a:ext cx="4526280" cy="475488"/>
          </a:xfrm>
          <a:prstGeom prst="rect">
            <a:avLst/>
          </a:prstGeom>
          <a:noFill/>
          <a:ln/>
        </p:spPr>
        <p:txBody>
          <a:bodyPr wrap="square" rtlCol="0" anchor="ctr"/>
          <a:lstStyle/>
          <a:p>
            <a:pPr marL="0" indent="0" algn="r" rtl="1">
              <a:buNone/>
            </a:pPr>
            <a:r>
              <a:rPr lang="en-US" sz="15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جودة البيانات وحدودها</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10" name="Text 8"/>
          <p:cNvSpPr/>
          <p:nvPr/>
        </p:nvSpPr>
        <p:spPr>
          <a:xfrm>
            <a:off x="6382512" y="2551176"/>
            <a:ext cx="4526280" cy="475488"/>
          </a:xfrm>
          <a:prstGeom prst="rect">
            <a:avLst/>
          </a:prstGeom>
          <a:noFill/>
          <a:ln/>
        </p:spPr>
        <p:txBody>
          <a:bodyPr wrap="square" rtlCol="0" anchor="ctr"/>
          <a:lstStyle/>
          <a:p>
            <a:pPr marL="0" indent="0" algn="r" rtl="1">
              <a:buNone/>
            </a:pPr>
            <a:r>
              <a:rPr lang="en-US" sz="15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نظرة عامة على اتجاه السوق</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13" name="Text 11"/>
          <p:cNvSpPr/>
          <p:nvPr/>
        </p:nvSpPr>
        <p:spPr>
          <a:xfrm>
            <a:off x="6382512" y="3118104"/>
            <a:ext cx="4526280" cy="475488"/>
          </a:xfrm>
          <a:prstGeom prst="rect">
            <a:avLst/>
          </a:prstGeom>
          <a:noFill/>
          <a:ln/>
        </p:spPr>
        <p:txBody>
          <a:bodyPr wrap="square" rtlCol="0" anchor="ctr"/>
          <a:lstStyle/>
          <a:p>
            <a:pPr marL="0" indent="0" algn="r" rtl="1">
              <a:buNone/>
            </a:pPr>
            <a:r>
              <a:rPr lang="en-US" sz="15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ترتيب المناطق حسب الأداء</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16" name="Text 14"/>
          <p:cNvSpPr/>
          <p:nvPr/>
        </p:nvSpPr>
        <p:spPr>
          <a:xfrm>
            <a:off x="6382512" y="3685032"/>
            <a:ext cx="4526280" cy="475488"/>
          </a:xfrm>
          <a:prstGeom prst="rect">
            <a:avLst/>
          </a:prstGeom>
          <a:noFill/>
          <a:ln/>
        </p:spPr>
        <p:txBody>
          <a:bodyPr wrap="square" rtlCol="0" anchor="ctr"/>
          <a:lstStyle/>
          <a:p>
            <a:pPr marL="0" indent="0" algn="r" rtl="1">
              <a:buNone/>
            </a:pPr>
            <a:r>
              <a:rPr lang="en-US" sz="15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مقارنة أنواع العقار السكني</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19" name="Text 17"/>
          <p:cNvSpPr/>
          <p:nvPr/>
        </p:nvSpPr>
        <p:spPr>
          <a:xfrm>
            <a:off x="6382512" y="4251960"/>
            <a:ext cx="4526280" cy="475488"/>
          </a:xfrm>
          <a:prstGeom prst="rect">
            <a:avLst/>
          </a:prstGeom>
          <a:noFill/>
          <a:ln/>
        </p:spPr>
        <p:txBody>
          <a:bodyPr wrap="square" rtlCol="0" anchor="ctr"/>
          <a:lstStyle/>
          <a:p>
            <a:pPr marL="0" indent="0" algn="r" rtl="1">
              <a:buNone/>
            </a:pPr>
            <a:r>
              <a:rPr lang="en-US" sz="15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الموسمية الربعية</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22" name="Text 20"/>
          <p:cNvSpPr/>
          <p:nvPr/>
        </p:nvSpPr>
        <p:spPr>
          <a:xfrm>
            <a:off x="804672" y="1417320"/>
            <a:ext cx="4526280" cy="475488"/>
          </a:xfrm>
          <a:prstGeom prst="rect">
            <a:avLst/>
          </a:prstGeom>
          <a:noFill/>
          <a:ln/>
        </p:spPr>
        <p:txBody>
          <a:bodyPr wrap="square" rtlCol="0" anchor="ctr"/>
          <a:lstStyle/>
          <a:p>
            <a:pPr marL="0" indent="0" algn="r" rtl="1">
              <a:buNone/>
            </a:pPr>
            <a:r>
              <a:rPr lang="en-US" sz="15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السياق السوقي التكميلي</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25" name="Text 23"/>
          <p:cNvSpPr/>
          <p:nvPr/>
        </p:nvSpPr>
        <p:spPr>
          <a:xfrm>
            <a:off x="804672" y="1984248"/>
            <a:ext cx="4526280" cy="475488"/>
          </a:xfrm>
          <a:prstGeom prst="rect">
            <a:avLst/>
          </a:prstGeom>
          <a:noFill/>
          <a:ln/>
        </p:spPr>
        <p:txBody>
          <a:bodyPr wrap="square" rtlCol="0" anchor="ctr"/>
          <a:lstStyle/>
          <a:p>
            <a:pPr marL="0" indent="0" algn="r" rtl="1">
              <a:buNone/>
            </a:pPr>
            <a:r>
              <a:rPr lang="en-US" sz="15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تحليل السيناريو والحساسية</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28" name="Text 26"/>
          <p:cNvSpPr/>
          <p:nvPr/>
        </p:nvSpPr>
        <p:spPr>
          <a:xfrm>
            <a:off x="804672" y="2551176"/>
            <a:ext cx="4526280" cy="475488"/>
          </a:xfrm>
          <a:prstGeom prst="rect">
            <a:avLst/>
          </a:prstGeom>
          <a:noFill/>
          <a:ln/>
        </p:spPr>
        <p:txBody>
          <a:bodyPr wrap="square" rtlCol="0" anchor="ctr"/>
          <a:lstStyle/>
          <a:p>
            <a:pPr marL="0" indent="0" algn="r" rtl="1">
              <a:buNone/>
            </a:pPr>
            <a:r>
              <a:rPr lang="en-US" sz="15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إطار عمل IRR / NPV</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31" name="Text 29"/>
          <p:cNvSpPr/>
          <p:nvPr/>
        </p:nvSpPr>
        <p:spPr>
          <a:xfrm>
            <a:off x="804672" y="3118104"/>
            <a:ext cx="4526280" cy="475488"/>
          </a:xfrm>
          <a:prstGeom prst="rect">
            <a:avLst/>
          </a:prstGeom>
          <a:noFill/>
          <a:ln/>
        </p:spPr>
        <p:txBody>
          <a:bodyPr wrap="square" rtlCol="0" anchor="ctr"/>
          <a:lstStyle/>
          <a:p>
            <a:pPr marL="0" indent="0" algn="r" rtl="1">
              <a:buNone/>
            </a:pPr>
            <a:r>
              <a:rPr lang="en-US" sz="15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المخاطر والفرص</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34" name="Text 32"/>
          <p:cNvSpPr/>
          <p:nvPr/>
        </p:nvSpPr>
        <p:spPr>
          <a:xfrm>
            <a:off x="804672" y="3685032"/>
            <a:ext cx="4526280" cy="475488"/>
          </a:xfrm>
          <a:prstGeom prst="rect">
            <a:avLst/>
          </a:prstGeom>
          <a:noFill/>
          <a:ln/>
        </p:spPr>
        <p:txBody>
          <a:bodyPr wrap="square" rtlCol="0" anchor="ctr"/>
          <a:lstStyle/>
          <a:p>
            <a:pPr marL="0" indent="0" algn="r" rtl="1">
              <a:buNone/>
            </a:pPr>
            <a:r>
              <a:rPr lang="en-US" sz="15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التوصيات الاستراتيجية</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37" name="Text 35"/>
          <p:cNvSpPr/>
          <p:nvPr/>
        </p:nvSpPr>
        <p:spPr>
          <a:xfrm>
            <a:off x="804672" y="4251960"/>
            <a:ext cx="4526280" cy="475488"/>
          </a:xfrm>
          <a:prstGeom prst="rect">
            <a:avLst/>
          </a:prstGeom>
          <a:noFill/>
          <a:ln/>
        </p:spPr>
        <p:txBody>
          <a:bodyPr wrap="square" rtlCol="0" anchor="ctr"/>
          <a:lstStyle/>
          <a:p>
            <a:pPr marL="0" indent="0" algn="r" rtl="1">
              <a:buNone/>
            </a:pPr>
            <a:r>
              <a:rPr lang="en-US" sz="15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خارطة الطريق التنفيذية</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38" name="Shape 36"/>
          <p:cNvSpPr/>
          <p:nvPr/>
        </p:nvSpPr>
        <p:spPr>
          <a:xfrm>
            <a:off x="640080" y="4745736"/>
            <a:ext cx="585216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39" name="Text 37"/>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40" name="Text 38"/>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3</a:t>
            </a:r>
            <a:endParaRPr lang="en-US" sz="9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377440" y="457200"/>
            <a:ext cx="9144000" cy="548640"/>
          </a:xfrm>
          <a:prstGeom prst="rect">
            <a:avLst/>
          </a:prstGeom>
          <a:noFill/>
          <a:ln/>
        </p:spPr>
        <p:txBody>
          <a:bodyPr wrap="square" rtlCol="0" anchor="ctr"/>
          <a:lstStyle/>
          <a:p>
            <a:pPr marL="0" indent="0" algn="r" rtl="1">
              <a:buNone/>
            </a:pPr>
            <a:r>
              <a:rPr lang="en-US" sz="28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المنهجية ومصادر البيانات</a:t>
            </a:r>
            <a:endParaRPr lang="en-US" sz="2800" dirty="0">
              <a:latin typeface="HelveticaNeueLT Arabic 55 Roman" panose="020B0604020202020204" pitchFamily="34" charset="-78"/>
              <a:cs typeface="HelveticaNeueLT Arabic 55 Roman" panose="020B0604020202020204" pitchFamily="34" charset="-78"/>
            </a:endParaRPr>
          </a:p>
        </p:txBody>
      </p:sp>
      <p:sp>
        <p:nvSpPr>
          <p:cNvPr id="3" name="Shape 1"/>
          <p:cNvSpPr/>
          <p:nvPr/>
        </p:nvSpPr>
        <p:spPr>
          <a:xfrm>
            <a:off x="6309360" y="1371600"/>
            <a:ext cx="5212080" cy="4709160"/>
          </a:xfrm>
          <a:prstGeom prst="roundRect">
            <a:avLst>
              <a:gd name="adj" fmla="val 1165"/>
            </a:avLst>
          </a:prstGeom>
          <a:solidFill>
            <a:srgbClr val="F2F0EA"/>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4" name="Shape 2"/>
          <p:cNvSpPr/>
          <p:nvPr/>
        </p:nvSpPr>
        <p:spPr>
          <a:xfrm>
            <a:off x="10835640" y="1691640"/>
            <a:ext cx="457200" cy="457200"/>
          </a:xfrm>
          <a:prstGeom prst="ellipse">
            <a:avLst/>
          </a:prstGeom>
          <a:solidFill>
            <a:srgbClr val="1B2A4A"/>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5" name="Text 3"/>
          <p:cNvSpPr/>
          <p:nvPr/>
        </p:nvSpPr>
        <p:spPr>
          <a:xfrm>
            <a:off x="10835640" y="1691640"/>
            <a:ext cx="457200" cy="457200"/>
          </a:xfrm>
          <a:prstGeom prst="rect">
            <a:avLst/>
          </a:prstGeom>
          <a:noFill/>
          <a:ln/>
        </p:spPr>
        <p:txBody>
          <a:bodyPr wrap="square" rtlCol="0" anchor="ctr"/>
          <a:lstStyle/>
          <a:p>
            <a:pPr marL="0" indent="0" algn="ctr" rtl="1">
              <a:buNone/>
            </a:pPr>
            <a:r>
              <a:rPr lang="en-US" sz="1400" b="1" dirty="0">
                <a:solidFill>
                  <a:srgbClr val="FFFFFF"/>
                </a:solidFill>
                <a:latin typeface="HelveticaNeueLT Arabic 55 Roman" panose="020B0604020202020204" pitchFamily="34" charset="-78"/>
                <a:ea typeface="Arial" pitchFamily="34" charset="-122"/>
                <a:cs typeface="HelveticaNeueLT Arabic 55 Roman" panose="020B0604020202020204" pitchFamily="34" charset="-78"/>
              </a:rPr>
              <a:t>1</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6" name="Text 4"/>
          <p:cNvSpPr/>
          <p:nvPr/>
        </p:nvSpPr>
        <p:spPr>
          <a:xfrm>
            <a:off x="6537960" y="1691640"/>
            <a:ext cx="4114800" cy="411480"/>
          </a:xfrm>
          <a:prstGeom prst="rect">
            <a:avLst/>
          </a:prstGeom>
          <a:noFill/>
          <a:ln/>
        </p:spPr>
        <p:txBody>
          <a:bodyPr wrap="square" rtlCol="0" anchor="ctr"/>
          <a:lstStyle/>
          <a:p>
            <a:pPr marL="0" indent="0" algn="r" rtl="1">
              <a:buNone/>
            </a:pPr>
            <a:r>
              <a:rPr lang="en-US" sz="16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المصدر الأساسي</a:t>
            </a:r>
            <a:endParaRPr lang="en-US" sz="1600" dirty="0">
              <a:latin typeface="HelveticaNeueLT Arabic 55 Roman" panose="020B0604020202020204" pitchFamily="34" charset="-78"/>
              <a:cs typeface="HelveticaNeueLT Arabic 55 Roman" panose="020B0604020202020204" pitchFamily="34" charset="-78"/>
            </a:endParaRPr>
          </a:p>
        </p:txBody>
      </p:sp>
      <p:sp>
        <p:nvSpPr>
          <p:cNvPr id="7" name="Text 5"/>
          <p:cNvSpPr/>
          <p:nvPr/>
        </p:nvSpPr>
        <p:spPr>
          <a:xfrm>
            <a:off x="6537960" y="2194560"/>
            <a:ext cx="4754880" cy="1828800"/>
          </a:xfrm>
          <a:prstGeom prst="rect">
            <a:avLst/>
          </a:prstGeom>
          <a:noFill/>
          <a:ln/>
        </p:spPr>
        <p:txBody>
          <a:bodyPr wrap="square" rtlCol="0" anchor="ctr"/>
          <a:lstStyle/>
          <a:p>
            <a:pPr marL="342900" indent="-342900" algn="r" rtl="1">
              <a:lnSpc>
                <a:spcPct val="115000"/>
              </a:lnSpc>
              <a:spcAft>
                <a:spcPts val="8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الهيئة العامة للإحصاء (GASTAT)</a:t>
            </a:r>
            <a:endParaRPr lang="en-US" sz="1300" dirty="0">
              <a:latin typeface="HelveticaNeueLT Arabic 55 Roman" panose="020B0604020202020204" pitchFamily="34" charset="-78"/>
              <a:cs typeface="HelveticaNeueLT Arabic 55 Roman" panose="020B0604020202020204" pitchFamily="34" charset="-78"/>
            </a:endParaRPr>
          </a:p>
          <a:p>
            <a:pPr marL="342900" indent="-342900" algn="r" rtl="1">
              <a:lnSpc>
                <a:spcPct val="115000"/>
              </a:lnSpc>
              <a:spcAft>
                <a:spcPts val="8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الرقم القياسي لأسعار العقارات — REPI</a:t>
            </a:r>
            <a:endParaRPr lang="en-US" sz="1300" dirty="0">
              <a:latin typeface="HelveticaNeueLT Arabic 55 Roman" panose="020B0604020202020204" pitchFamily="34" charset="-78"/>
              <a:cs typeface="HelveticaNeueLT Arabic 55 Roman" panose="020B0604020202020204" pitchFamily="34" charset="-78"/>
            </a:endParaRPr>
          </a:p>
          <a:p>
            <a:pPr marL="342900" indent="-342900" algn="r" rtl="1">
              <a:lnSpc>
                <a:spcPct val="115000"/>
              </a:lnSpc>
              <a:spcAft>
                <a:spcPts val="8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إصدار الربع الثاني 2026</a:t>
            </a:r>
            <a:endParaRPr lang="en-US" sz="1300" dirty="0">
              <a:latin typeface="HelveticaNeueLT Arabic 55 Roman" panose="020B0604020202020204" pitchFamily="34" charset="-78"/>
              <a:cs typeface="HelveticaNeueLT Arabic 55 Roman" panose="020B0604020202020204" pitchFamily="34" charset="-78"/>
            </a:endParaRPr>
          </a:p>
          <a:p>
            <a:pPr marL="342900" indent="-342900" algn="r" rtl="1">
              <a:lnSpc>
                <a:spcPct val="115000"/>
              </a:lnSpc>
              <a:spcAft>
                <a:spcPts val="8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سنة الأساس: 2023 = 100</a:t>
            </a:r>
            <a:endParaRPr lang="en-US" sz="1300" dirty="0">
              <a:latin typeface="HelveticaNeueLT Arabic 55 Roman" panose="020B0604020202020204" pitchFamily="34" charset="-78"/>
              <a:cs typeface="HelveticaNeueLT Arabic 55 Roman" panose="020B0604020202020204" pitchFamily="34" charset="-78"/>
            </a:endParaRPr>
          </a:p>
          <a:p>
            <a:pPr marL="342900" indent="-342900" algn="r" rtl="1">
              <a:lnSpc>
                <a:spcPct val="115000"/>
              </a:lnSpc>
              <a:spcAft>
                <a:spcPts val="8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التغطية: 2021Q1 – 2026Q2 (22 ربعاً)</a:t>
            </a:r>
            <a:endParaRPr lang="en-US" sz="1300" dirty="0">
              <a:latin typeface="HelveticaNeueLT Arabic 55 Roman" panose="020B0604020202020204" pitchFamily="34" charset="-78"/>
              <a:cs typeface="HelveticaNeueLT Arabic 55 Roman" panose="020B0604020202020204" pitchFamily="34" charset="-78"/>
            </a:endParaRPr>
          </a:p>
          <a:p>
            <a:pPr marL="342900" indent="-342900" algn="r" rtl="1">
              <a:lnSpc>
                <a:spcPct val="115000"/>
              </a:lnSpc>
              <a:spcAft>
                <a:spcPts val="8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13 منطقة إدارية + 11 فئة نوع عقار</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8" name="Text 6"/>
          <p:cNvSpPr/>
          <p:nvPr/>
        </p:nvSpPr>
        <p:spPr>
          <a:xfrm>
            <a:off x="6537960" y="4160520"/>
            <a:ext cx="4754880" cy="320040"/>
          </a:xfrm>
          <a:prstGeom prst="rect">
            <a:avLst/>
          </a:prstGeom>
          <a:noFill/>
          <a:ln/>
        </p:spPr>
        <p:txBody>
          <a:bodyPr wrap="square" rtlCol="0" anchor="ctr"/>
          <a:lstStyle/>
          <a:p>
            <a:pPr marL="0" indent="0" algn="r" rtl="1">
              <a:buNone/>
            </a:pPr>
            <a:r>
              <a:rPr lang="en-US" sz="1150" i="1" dirty="0">
                <a:solidFill>
                  <a:srgbClr val="2F5D5D"/>
                </a:solidFill>
                <a:latin typeface="HelveticaNeueLT Arabic 55 Roman" panose="020B0604020202020204" pitchFamily="34" charset="-78"/>
                <a:ea typeface="Arial" pitchFamily="34" charset="-122"/>
                <a:cs typeface="HelveticaNeueLT Arabic 55 Roman" panose="020B0604020202020204" pitchFamily="34" charset="-78"/>
              </a:rPr>
              <a:t>stats.gov.sa/ar/indicators/48</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9" name="Shape 7"/>
          <p:cNvSpPr/>
          <p:nvPr/>
        </p:nvSpPr>
        <p:spPr>
          <a:xfrm>
            <a:off x="6537960" y="4709160"/>
            <a:ext cx="475488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10" name="Text 8"/>
          <p:cNvSpPr/>
          <p:nvPr/>
        </p:nvSpPr>
        <p:spPr>
          <a:xfrm>
            <a:off x="6537960" y="4846320"/>
            <a:ext cx="4114800" cy="365760"/>
          </a:xfrm>
          <a:prstGeom prst="rect">
            <a:avLst/>
          </a:prstGeom>
          <a:noFill/>
          <a:ln/>
        </p:spPr>
        <p:txBody>
          <a:bodyPr wrap="square" rtlCol="0" anchor="ctr"/>
          <a:lstStyle/>
          <a:p>
            <a:pPr marL="0" indent="0" algn="r" rtl="1">
              <a:buNone/>
            </a:pPr>
            <a:r>
              <a:rPr lang="en-US" sz="14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منهجية التحليل</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11" name="Text 9"/>
          <p:cNvSpPr/>
          <p:nvPr/>
        </p:nvSpPr>
        <p:spPr>
          <a:xfrm>
            <a:off x="6537960" y="5212080"/>
            <a:ext cx="4754880" cy="822960"/>
          </a:xfrm>
          <a:prstGeom prst="rect">
            <a:avLst/>
          </a:prstGeom>
          <a:noFill/>
          <a:ln/>
        </p:spPr>
        <p:txBody>
          <a:bodyPr wrap="square" rtlCol="0" anchor="ctr"/>
          <a:lstStyle/>
          <a:p>
            <a:pPr marL="342900" indent="-342900" algn="r" rtl="1">
              <a:spcAft>
                <a:spcPts val="400"/>
              </a:spcAft>
              <a:buSzPct val="100000"/>
              <a:buChar char="•"/>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استخراج وتنظيف (pandas / openpyxl)</a:t>
            </a:r>
            <a:endParaRPr lang="en-US" sz="1200" dirty="0">
              <a:latin typeface="HelveticaNeueLT Arabic 55 Roman" panose="020B0604020202020204" pitchFamily="34" charset="-78"/>
              <a:cs typeface="HelveticaNeueLT Arabic 55 Roman" panose="020B0604020202020204" pitchFamily="34" charset="-78"/>
            </a:endParaRPr>
          </a:p>
          <a:p>
            <a:pPr marL="342900" indent="-342900" algn="r" rtl="1">
              <a:spcAft>
                <a:spcPts val="400"/>
              </a:spcAft>
              <a:buSzPct val="100000"/>
              <a:buChar char="•"/>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تحليل استكشافي + تحليل موسمية</a:t>
            </a:r>
            <a:endParaRPr lang="en-US" sz="1200" dirty="0">
              <a:latin typeface="HelveticaNeueLT Arabic 55 Roman" panose="020B0604020202020204" pitchFamily="34" charset="-78"/>
              <a:cs typeface="HelveticaNeueLT Arabic 55 Roman" panose="020B0604020202020204" pitchFamily="34" charset="-78"/>
            </a:endParaRPr>
          </a:p>
          <a:p>
            <a:pPr marL="342900" indent="-342900" algn="r" rtl="1">
              <a:spcAft>
                <a:spcPts val="400"/>
              </a:spcAft>
              <a:buSzPct val="100000"/>
              <a:buChar char="•"/>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تنبؤ أولي: اتجاه خطي + تمهيد Holt</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12" name="Shape 10"/>
          <p:cNvSpPr/>
          <p:nvPr/>
        </p:nvSpPr>
        <p:spPr>
          <a:xfrm>
            <a:off x="640080" y="1371600"/>
            <a:ext cx="5212080" cy="4709160"/>
          </a:xfrm>
          <a:prstGeom prst="roundRect">
            <a:avLst>
              <a:gd name="adj" fmla="val 1165"/>
            </a:avLst>
          </a:prstGeom>
          <a:solidFill>
            <a:srgbClr val="F2F0EA"/>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13" name="Shape 11"/>
          <p:cNvSpPr/>
          <p:nvPr/>
        </p:nvSpPr>
        <p:spPr>
          <a:xfrm>
            <a:off x="5166360" y="1691640"/>
            <a:ext cx="457200" cy="457200"/>
          </a:xfrm>
          <a:prstGeom prst="ellipse">
            <a:avLst/>
          </a:prstGeom>
          <a:solidFill>
            <a:srgbClr val="B8935F"/>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14" name="Text 12"/>
          <p:cNvSpPr/>
          <p:nvPr/>
        </p:nvSpPr>
        <p:spPr>
          <a:xfrm>
            <a:off x="5166360" y="1691640"/>
            <a:ext cx="457200" cy="457200"/>
          </a:xfrm>
          <a:prstGeom prst="rect">
            <a:avLst/>
          </a:prstGeom>
          <a:noFill/>
          <a:ln/>
        </p:spPr>
        <p:txBody>
          <a:bodyPr wrap="square" rtlCol="0" anchor="ctr"/>
          <a:lstStyle/>
          <a:p>
            <a:pPr marL="0" indent="0" algn="ctr" rtl="1">
              <a:buNone/>
            </a:pPr>
            <a:r>
              <a:rPr lang="en-US" sz="1400" b="1" dirty="0">
                <a:solidFill>
                  <a:srgbClr val="FFFFFF"/>
                </a:solidFill>
                <a:latin typeface="HelveticaNeueLT Arabic 55 Roman" panose="020B0604020202020204" pitchFamily="34" charset="-78"/>
                <a:ea typeface="Arial" pitchFamily="34" charset="-122"/>
                <a:cs typeface="HelveticaNeueLT Arabic 55 Roman" panose="020B0604020202020204" pitchFamily="34" charset="-78"/>
              </a:rPr>
              <a:t>2</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15" name="Text 13"/>
          <p:cNvSpPr/>
          <p:nvPr/>
        </p:nvSpPr>
        <p:spPr>
          <a:xfrm>
            <a:off x="868680" y="1691640"/>
            <a:ext cx="4114800" cy="411480"/>
          </a:xfrm>
          <a:prstGeom prst="rect">
            <a:avLst/>
          </a:prstGeom>
          <a:noFill/>
          <a:ln/>
        </p:spPr>
        <p:txBody>
          <a:bodyPr wrap="square" rtlCol="0" anchor="ctr"/>
          <a:lstStyle/>
          <a:p>
            <a:pPr marL="0" indent="0" algn="r" rtl="1">
              <a:buNone/>
            </a:pPr>
            <a:r>
              <a:rPr lang="en-US" sz="16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مصادر تكميلية للسياق السوقي</a:t>
            </a:r>
            <a:endParaRPr lang="en-US" sz="1600" dirty="0">
              <a:latin typeface="HelveticaNeueLT Arabic 55 Roman" panose="020B0604020202020204" pitchFamily="34" charset="-78"/>
              <a:cs typeface="HelveticaNeueLT Arabic 55 Roman" panose="020B0604020202020204" pitchFamily="34" charset="-78"/>
            </a:endParaRPr>
          </a:p>
        </p:txBody>
      </p:sp>
      <p:sp>
        <p:nvSpPr>
          <p:cNvPr id="16" name="Text 14"/>
          <p:cNvSpPr/>
          <p:nvPr/>
        </p:nvSpPr>
        <p:spPr>
          <a:xfrm>
            <a:off x="868680" y="2194560"/>
            <a:ext cx="4754880" cy="365760"/>
          </a:xfrm>
          <a:prstGeom prst="rect">
            <a:avLst/>
          </a:prstGeom>
          <a:noFill/>
          <a:ln/>
        </p:spPr>
        <p:txBody>
          <a:bodyPr wrap="square" rtlCol="0" anchor="ctr"/>
          <a:lstStyle/>
          <a:p>
            <a:pPr marL="0" indent="0" algn="r" rtl="1">
              <a:buNone/>
            </a:pPr>
            <a:r>
              <a:rPr lang="en-US" sz="1300" b="1"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CBRE — مراجعة السوق العقاري السعودي Q1/Q2 2026</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17" name="Text 15"/>
          <p:cNvSpPr/>
          <p:nvPr/>
        </p:nvSpPr>
        <p:spPr>
          <a:xfrm>
            <a:off x="868680" y="2542032"/>
            <a:ext cx="4754880" cy="320040"/>
          </a:xfrm>
          <a:prstGeom prst="rect">
            <a:avLst/>
          </a:prstGeom>
          <a:noFill/>
          <a:ln/>
        </p:spPr>
        <p:txBody>
          <a:bodyPr wrap="square" rtlCol="0" anchor="ctr"/>
          <a:lstStyle/>
          <a:p>
            <a:pPr marL="0" indent="0" algn="r" rtl="1">
              <a:buNone/>
            </a:pPr>
            <a:r>
              <a:rPr lang="en-US" sz="115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إشغال المكاتب، الشواغر، الإيجارات</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18" name="Text 16"/>
          <p:cNvSpPr/>
          <p:nvPr/>
        </p:nvSpPr>
        <p:spPr>
          <a:xfrm>
            <a:off x="868680" y="3063240"/>
            <a:ext cx="4754880" cy="365760"/>
          </a:xfrm>
          <a:prstGeom prst="rect">
            <a:avLst/>
          </a:prstGeom>
          <a:noFill/>
          <a:ln/>
        </p:spPr>
        <p:txBody>
          <a:bodyPr wrap="square" rtlCol="0" anchor="ctr"/>
          <a:lstStyle/>
          <a:p>
            <a:pPr marL="0" indent="0" algn="r" rtl="1">
              <a:buNone/>
            </a:pPr>
            <a:r>
              <a:rPr lang="en-US" sz="1300" b="1"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JLL — بيانات إيجارات الرياض/جدة</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19" name="Text 17"/>
          <p:cNvSpPr/>
          <p:nvPr/>
        </p:nvSpPr>
        <p:spPr>
          <a:xfrm>
            <a:off x="868680" y="3410712"/>
            <a:ext cx="4754880" cy="320040"/>
          </a:xfrm>
          <a:prstGeom prst="rect">
            <a:avLst/>
          </a:prstGeom>
          <a:noFill/>
          <a:ln/>
        </p:spPr>
        <p:txBody>
          <a:bodyPr wrap="square" rtlCol="0" anchor="ctr"/>
          <a:lstStyle/>
          <a:p>
            <a:pPr marL="0" indent="0" algn="r" rtl="1">
              <a:buNone/>
            </a:pPr>
            <a:r>
              <a:rPr lang="en-US" sz="115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أسعار إيجار الشقق والفلل</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20" name="Text 18"/>
          <p:cNvSpPr/>
          <p:nvPr/>
        </p:nvSpPr>
        <p:spPr>
          <a:xfrm>
            <a:off x="868680" y="3931920"/>
            <a:ext cx="4754880" cy="365760"/>
          </a:xfrm>
          <a:prstGeom prst="rect">
            <a:avLst/>
          </a:prstGeom>
          <a:noFill/>
          <a:ln/>
        </p:spPr>
        <p:txBody>
          <a:bodyPr wrap="square" rtlCol="0" anchor="ctr"/>
          <a:lstStyle/>
          <a:p>
            <a:pPr marL="0" indent="0" algn="r" rtl="1">
              <a:buNone/>
            </a:pPr>
            <a:r>
              <a:rPr lang="en-US" sz="1300" b="1"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Global Property Guide / Knight Frank</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21" name="Text 19"/>
          <p:cNvSpPr/>
          <p:nvPr/>
        </p:nvSpPr>
        <p:spPr>
          <a:xfrm>
            <a:off x="868680" y="4279392"/>
            <a:ext cx="4754880" cy="320040"/>
          </a:xfrm>
          <a:prstGeom prst="rect">
            <a:avLst/>
          </a:prstGeom>
          <a:noFill/>
          <a:ln/>
        </p:spPr>
        <p:txBody>
          <a:bodyPr wrap="square" rtlCol="0" anchor="ctr"/>
          <a:lstStyle/>
          <a:p>
            <a:pPr marL="0" indent="0" algn="r" rtl="1">
              <a:buNone/>
            </a:pPr>
            <a:r>
              <a:rPr lang="en-US" sz="115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معدلات العائد الإيجاري</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22" name="Shape 20"/>
          <p:cNvSpPr/>
          <p:nvPr/>
        </p:nvSpPr>
        <p:spPr>
          <a:xfrm>
            <a:off x="868680" y="4846320"/>
            <a:ext cx="475488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23" name="Text 21"/>
          <p:cNvSpPr/>
          <p:nvPr/>
        </p:nvSpPr>
        <p:spPr>
          <a:xfrm>
            <a:off x="868680" y="5029200"/>
            <a:ext cx="4754880" cy="685800"/>
          </a:xfrm>
          <a:prstGeom prst="rect">
            <a:avLst/>
          </a:prstGeom>
          <a:noFill/>
          <a:ln/>
        </p:spPr>
        <p:txBody>
          <a:bodyPr wrap="square" rtlCol="0" anchor="ctr"/>
          <a:lstStyle/>
          <a:p>
            <a:pPr marL="0" indent="0" algn="r" rtl="1">
              <a:lnSpc>
                <a:spcPct val="125000"/>
              </a:lnSpc>
              <a:buNone/>
            </a:pPr>
            <a:r>
              <a:rPr lang="en-US" sz="1150" i="1"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تُستخدم هذه المصادر للسياق فقط وتُذكر مع كل رقم مستخدم منها — لا تُدمج في مؤشر REPI الأساسي.</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24" name="Text 22"/>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25" name="Text 23"/>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4</a:t>
            </a:r>
            <a:endParaRPr lang="en-US" sz="9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377440" y="457200"/>
            <a:ext cx="9144000" cy="548640"/>
          </a:xfrm>
          <a:prstGeom prst="rect">
            <a:avLst/>
          </a:prstGeom>
          <a:noFill/>
          <a:ln/>
        </p:spPr>
        <p:txBody>
          <a:bodyPr wrap="square" rtlCol="0" anchor="ctr"/>
          <a:lstStyle/>
          <a:p>
            <a:pPr marL="0" indent="0" algn="r" rtl="1">
              <a:buNone/>
            </a:pPr>
            <a:r>
              <a:rPr lang="en-US" sz="28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جودة البيانات وحدودها</a:t>
            </a:r>
            <a:endParaRPr lang="en-US" sz="2800" dirty="0">
              <a:latin typeface="HelveticaNeueLT Arabic 55 Roman" panose="020B0604020202020204" pitchFamily="34" charset="-78"/>
              <a:cs typeface="HelveticaNeueLT Arabic 55 Roman" panose="020B0604020202020204" pitchFamily="34" charset="-78"/>
            </a:endParaRPr>
          </a:p>
        </p:txBody>
      </p:sp>
      <p:sp>
        <p:nvSpPr>
          <p:cNvPr id="3" name="Shape 1"/>
          <p:cNvSpPr/>
          <p:nvPr/>
        </p:nvSpPr>
        <p:spPr>
          <a:xfrm>
            <a:off x="6309360" y="1371600"/>
            <a:ext cx="5212080" cy="4709160"/>
          </a:xfrm>
          <a:prstGeom prst="roundRect">
            <a:avLst>
              <a:gd name="adj" fmla="val 1165"/>
            </a:avLst>
          </a:prstGeom>
          <a:solidFill>
            <a:srgbClr val="EAF2EC"/>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4" name="Text 2"/>
          <p:cNvSpPr/>
          <p:nvPr/>
        </p:nvSpPr>
        <p:spPr>
          <a:xfrm>
            <a:off x="6537960" y="1600200"/>
            <a:ext cx="4754880" cy="411480"/>
          </a:xfrm>
          <a:prstGeom prst="rect">
            <a:avLst/>
          </a:prstGeom>
          <a:noFill/>
          <a:ln/>
        </p:spPr>
        <p:txBody>
          <a:bodyPr wrap="square" rtlCol="0" anchor="ctr"/>
          <a:lstStyle/>
          <a:p>
            <a:pPr marL="0" indent="0" algn="r" rtl="1">
              <a:buNone/>
            </a:pPr>
            <a:r>
              <a:rPr lang="en-US" sz="1600" b="1" dirty="0">
                <a:solidFill>
                  <a:srgbClr val="3F7A55"/>
                </a:solidFill>
                <a:latin typeface="HelveticaNeueLT Arabic 55 Roman" panose="020B0604020202020204" pitchFamily="34" charset="-78"/>
                <a:ea typeface="Arial" pitchFamily="34" charset="-122"/>
                <a:cs typeface="HelveticaNeueLT Arabic 55 Roman" panose="020B0604020202020204" pitchFamily="34" charset="-78"/>
              </a:rPr>
              <a:t>✓  نقاط القوة</a:t>
            </a:r>
            <a:endParaRPr lang="en-US" sz="1600" dirty="0">
              <a:latin typeface="HelveticaNeueLT Arabic 55 Roman" panose="020B0604020202020204" pitchFamily="34" charset="-78"/>
              <a:cs typeface="HelveticaNeueLT Arabic 55 Roman" panose="020B0604020202020204" pitchFamily="34" charset="-78"/>
            </a:endParaRPr>
          </a:p>
        </p:txBody>
      </p:sp>
      <p:sp>
        <p:nvSpPr>
          <p:cNvPr id="5" name="Text 3"/>
          <p:cNvSpPr/>
          <p:nvPr/>
        </p:nvSpPr>
        <p:spPr>
          <a:xfrm>
            <a:off x="6537960" y="2148840"/>
            <a:ext cx="4754880" cy="3474720"/>
          </a:xfrm>
          <a:prstGeom prst="rect">
            <a:avLst/>
          </a:prstGeom>
          <a:noFill/>
          <a:ln/>
        </p:spPr>
        <p:txBody>
          <a:bodyPr wrap="square" rtlCol="0" anchor="ctr"/>
          <a:lstStyle/>
          <a:p>
            <a:pPr marL="342900" indent="-342900" algn="r" rtl="1">
              <a:lnSpc>
                <a:spcPct val="125000"/>
              </a:lnSpc>
              <a:spcAft>
                <a:spcPts val="10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صفر قيم ناقصة، صفر صفوف مكررة بعد التنظيف</a:t>
            </a:r>
            <a:endParaRPr lang="en-US" sz="130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5000"/>
              </a:lnSpc>
              <a:spcAft>
                <a:spcPts val="10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مصدر رسمي حكومي (GASTAT) — بيانات معتمدة ومنشورة</a:t>
            </a:r>
            <a:endParaRPr lang="en-US" sz="130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5000"/>
              </a:lnSpc>
              <a:spcAft>
                <a:spcPts val="10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تحقق كامل من اتساق السلاسل الزمنية (22 ربعاً لكل فئة/منطقة)</a:t>
            </a:r>
            <a:endParaRPr lang="en-US" sz="130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5000"/>
              </a:lnSpc>
              <a:spcAft>
                <a:spcPts val="10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تنفيذ الـ Notebook بالكامل دون أخطاء (قابل لإعادة التحقق)</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6" name="Shape 4"/>
          <p:cNvSpPr/>
          <p:nvPr/>
        </p:nvSpPr>
        <p:spPr>
          <a:xfrm>
            <a:off x="640080" y="1371600"/>
            <a:ext cx="5212080" cy="4709160"/>
          </a:xfrm>
          <a:prstGeom prst="roundRect">
            <a:avLst>
              <a:gd name="adj" fmla="val 1165"/>
            </a:avLst>
          </a:prstGeom>
          <a:solidFill>
            <a:srgbClr val="F5EAE8"/>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7" name="Text 5"/>
          <p:cNvSpPr/>
          <p:nvPr/>
        </p:nvSpPr>
        <p:spPr>
          <a:xfrm>
            <a:off x="868680" y="1600200"/>
            <a:ext cx="4754880" cy="411480"/>
          </a:xfrm>
          <a:prstGeom prst="rect">
            <a:avLst/>
          </a:prstGeom>
          <a:noFill/>
          <a:ln/>
        </p:spPr>
        <p:txBody>
          <a:bodyPr wrap="square" rtlCol="0" anchor="ctr"/>
          <a:lstStyle/>
          <a:p>
            <a:pPr marL="0" indent="0" algn="r" rtl="1">
              <a:buNone/>
            </a:pPr>
            <a:r>
              <a:rPr lang="en-US" sz="1600" b="1" dirty="0">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  القيود المنهجية</a:t>
            </a:r>
            <a:endParaRPr lang="en-US" sz="1600" dirty="0">
              <a:latin typeface="HelveticaNeueLT Arabic 55 Roman" panose="020B0604020202020204" pitchFamily="34" charset="-78"/>
              <a:cs typeface="HelveticaNeueLT Arabic 55 Roman" panose="020B0604020202020204" pitchFamily="34" charset="-78"/>
            </a:endParaRPr>
          </a:p>
        </p:txBody>
      </p:sp>
      <p:sp>
        <p:nvSpPr>
          <p:cNvPr id="8" name="Text 6"/>
          <p:cNvSpPr/>
          <p:nvPr/>
        </p:nvSpPr>
        <p:spPr>
          <a:xfrm>
            <a:off x="868680" y="2148840"/>
            <a:ext cx="4754880" cy="3474720"/>
          </a:xfrm>
          <a:prstGeom prst="rect">
            <a:avLst/>
          </a:prstGeom>
          <a:noFill/>
          <a:ln/>
        </p:spPr>
        <p:txBody>
          <a:bodyPr wrap="square" rtlCol="0" anchor="ctr"/>
          <a:lstStyle/>
          <a:p>
            <a:pPr marL="342900" indent="-342900" algn="r" rtl="1">
              <a:lnSpc>
                <a:spcPct val="125000"/>
              </a:lnSpc>
              <a:spcAft>
                <a:spcPts val="10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لا يوجد تقاطع بين المنطقة ونوع العقار في نفس الجدول</a:t>
            </a:r>
            <a:endParaRPr lang="en-US" sz="130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5000"/>
              </a:lnSpc>
              <a:spcAft>
                <a:spcPts val="10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لا تتضمن البيانات تدفقات نقدية — لذا لا يوجد IRR/NPV فعلي من هذا المصدر</a:t>
            </a:r>
            <a:endParaRPr lang="en-US" sz="130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5000"/>
              </a:lnSpc>
              <a:spcAft>
                <a:spcPts val="10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الشواغر ومعدل الامتصاص من مصادر خارجية (CBRE/JLL) لا من REPI</a:t>
            </a:r>
            <a:endParaRPr lang="en-US" sz="130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5000"/>
              </a:lnSpc>
              <a:spcAft>
                <a:spcPts val="10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حجم العينة الزمنية (22 ربعاً) محدود لموسمية إحصائية رسمية أو ARIMA/SARIMA كاملة</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9" name="Text 7"/>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10" name="Text 8"/>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5</a:t>
            </a:r>
            <a:endParaRPr lang="en-US" sz="9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468880" y="457200"/>
            <a:ext cx="9144000" cy="502920"/>
          </a:xfrm>
          <a:prstGeom prst="rect">
            <a:avLst/>
          </a:prstGeom>
          <a:noFill/>
          <a:ln/>
        </p:spPr>
        <p:txBody>
          <a:bodyPr wrap="square" rtlCol="0" anchor="ctr"/>
          <a:lstStyle/>
          <a:p>
            <a:pPr marL="0" indent="0" algn="r" rtl="1">
              <a:buNone/>
            </a:pPr>
            <a:r>
              <a:rPr lang="en-US" sz="28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نظرة عامة على اتجاه السوق</a:t>
            </a:r>
            <a:endParaRPr lang="en-US" sz="2800" dirty="0">
              <a:latin typeface="HelveticaNeueLT Arabic 55 Roman" panose="020B0604020202020204" pitchFamily="34" charset="-78"/>
              <a:cs typeface="HelveticaNeueLT Arabic 55 Roman" panose="020B0604020202020204" pitchFamily="34" charset="-78"/>
            </a:endParaRPr>
          </a:p>
        </p:txBody>
      </p:sp>
      <p:sp>
        <p:nvSpPr>
          <p:cNvPr id="3" name="Text 1"/>
          <p:cNvSpPr/>
          <p:nvPr/>
        </p:nvSpPr>
        <p:spPr>
          <a:xfrm>
            <a:off x="2468880" y="960120"/>
            <a:ext cx="9144000" cy="365760"/>
          </a:xfrm>
          <a:prstGeom prst="rect">
            <a:avLst/>
          </a:prstGeom>
          <a:noFill/>
          <a:ln/>
        </p:spPr>
        <p:txBody>
          <a:bodyPr wrap="square" rtlCol="0" anchor="ctr"/>
          <a:lstStyle/>
          <a:p>
            <a:pPr marL="0" indent="0" algn="r" rtl="1">
              <a:buNone/>
            </a:pP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المؤشر العام مقابل السكني والتجاري (2023=100)، 2021Q1–2026Q2</a:t>
            </a:r>
            <a:endParaRPr lang="en-US" sz="1300" dirty="0">
              <a:latin typeface="HelveticaNeueLT Arabic 55 Roman" panose="020B0604020202020204" pitchFamily="34" charset="-78"/>
              <a:cs typeface="HelveticaNeueLT Arabic 55 Roman" panose="020B0604020202020204" pitchFamily="34" charset="-78"/>
            </a:endParaRPr>
          </a:p>
        </p:txBody>
      </p:sp>
      <p:graphicFrame>
        <p:nvGraphicFramePr>
          <p:cNvPr id="4" name="Chart 0"/>
          <p:cNvGraphicFramePr/>
          <p:nvPr>
            <p:extLst>
              <p:ext uri="{D42A27DB-BD31-4B8C-83A1-F6EECF244321}">
                <p14:modId xmlns:p14="http://schemas.microsoft.com/office/powerpoint/2010/main" val="705095124"/>
              </p:ext>
            </p:extLst>
          </p:nvPr>
        </p:nvGraphicFramePr>
        <p:xfrm>
          <a:off x="548640" y="1463040"/>
          <a:ext cx="110642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6" name="Text 3"/>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6</a:t>
            </a:r>
            <a:endParaRPr lang="en-US" sz="9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468880" y="457200"/>
            <a:ext cx="9144000" cy="502920"/>
          </a:xfrm>
          <a:prstGeom prst="rect">
            <a:avLst/>
          </a:prstGeom>
          <a:noFill/>
          <a:ln/>
        </p:spPr>
        <p:txBody>
          <a:bodyPr wrap="square" rtlCol="0" anchor="ctr"/>
          <a:lstStyle/>
          <a:p>
            <a:pPr marL="0" indent="0" algn="r" rtl="1">
              <a:buNone/>
            </a:pPr>
            <a:r>
              <a:rPr lang="en-US" sz="28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ترتيب المناطق حسب الأداء</a:t>
            </a:r>
            <a:endParaRPr lang="en-US" sz="2800" dirty="0">
              <a:latin typeface="HelveticaNeueLT Arabic 55 Roman" panose="020B0604020202020204" pitchFamily="34" charset="-78"/>
              <a:cs typeface="HelveticaNeueLT Arabic 55 Roman" panose="020B0604020202020204" pitchFamily="34" charset="-78"/>
            </a:endParaRPr>
          </a:p>
        </p:txBody>
      </p:sp>
      <p:sp>
        <p:nvSpPr>
          <p:cNvPr id="3" name="Text 1"/>
          <p:cNvSpPr/>
          <p:nvPr/>
        </p:nvSpPr>
        <p:spPr>
          <a:xfrm>
            <a:off x="2011680" y="960120"/>
            <a:ext cx="9601200" cy="365760"/>
          </a:xfrm>
          <a:prstGeom prst="rect">
            <a:avLst/>
          </a:prstGeom>
          <a:noFill/>
          <a:ln/>
        </p:spPr>
        <p:txBody>
          <a:bodyPr wrap="square" rtlCol="0" anchor="ctr"/>
          <a:lstStyle/>
          <a:p>
            <a:pPr marL="0" indent="0" algn="r" rtl="1">
              <a:buNone/>
            </a:pP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أعلى 5 مناطق نمواً ومنطقة </a:t>
            </a:r>
            <a:r>
              <a:rPr lang="en-US" sz="1300" dirty="0" err="1">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الباحة</a:t>
            </a: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 </a:t>
            </a:r>
            <a:r>
              <a:rPr lang="ar-SA"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a:t>
            </a:r>
            <a:r>
              <a:rPr lang="en-US" sz="1300" dirty="0" err="1">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الأضعف</a:t>
            </a: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 </a:t>
            </a:r>
            <a:r>
              <a:rPr lang="en-US" sz="1300" dirty="0" err="1">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أداءً</a:t>
            </a:r>
            <a:r>
              <a:rPr lang="ar-SA"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a:t>
            </a: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 من إجمالي 13 منطقة</a:t>
            </a:r>
            <a:endParaRPr lang="en-US" sz="1300" dirty="0">
              <a:latin typeface="HelveticaNeueLT Arabic 55 Roman" panose="020B0604020202020204" pitchFamily="34" charset="-78"/>
              <a:cs typeface="HelveticaNeueLT Arabic 55 Roman" panose="020B0604020202020204" pitchFamily="34" charset="-78"/>
            </a:endParaRPr>
          </a:p>
        </p:txBody>
      </p:sp>
      <p:graphicFrame>
        <p:nvGraphicFramePr>
          <p:cNvPr id="4" name="Chart 0"/>
          <p:cNvGraphicFramePr/>
          <p:nvPr>
            <p:extLst>
              <p:ext uri="{D42A27DB-BD31-4B8C-83A1-F6EECF244321}">
                <p14:modId xmlns:p14="http://schemas.microsoft.com/office/powerpoint/2010/main" val="2154945245"/>
              </p:ext>
            </p:extLst>
          </p:nvPr>
        </p:nvGraphicFramePr>
        <p:xfrm>
          <a:off x="548640" y="1371600"/>
          <a:ext cx="1106424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40080" y="5669280"/>
            <a:ext cx="10972800" cy="502920"/>
          </a:xfrm>
          <a:prstGeom prst="roundRect">
            <a:avLst>
              <a:gd name="adj" fmla="val 10909"/>
            </a:avLst>
          </a:prstGeom>
          <a:solidFill>
            <a:srgbClr val="F2F0EA"/>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6" name="Text 3"/>
          <p:cNvSpPr/>
          <p:nvPr/>
        </p:nvSpPr>
        <p:spPr>
          <a:xfrm>
            <a:off x="822960" y="5669280"/>
            <a:ext cx="10607040" cy="502920"/>
          </a:xfrm>
          <a:prstGeom prst="rect">
            <a:avLst/>
          </a:prstGeom>
          <a:noFill/>
          <a:ln/>
        </p:spPr>
        <p:txBody>
          <a:bodyPr wrap="square" rtlCol="0" anchor="ctr"/>
          <a:lstStyle/>
          <a:p>
            <a:pPr marL="0" indent="0" algn="r" rtl="1">
              <a:buNone/>
            </a:pPr>
            <a:r>
              <a:rPr lang="en-US" sz="1100" i="1"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المناطق السبع المتبقية (القصيم، عسير، حائل، المدينة المنورة، جازان، المنطقة الشرقية، تبوك) سجّلت نمواً معتدلاً بين 0.1% و13% — التفاصيل الكاملة في ملحق البيانات.</a:t>
            </a:r>
            <a:endParaRPr lang="en-US" sz="1100" dirty="0">
              <a:latin typeface="HelveticaNeueLT Arabic 55 Roman" panose="020B0604020202020204" pitchFamily="34" charset="-78"/>
              <a:cs typeface="HelveticaNeueLT Arabic 55 Roman" panose="020B0604020202020204" pitchFamily="34" charset="-78"/>
            </a:endParaRPr>
          </a:p>
        </p:txBody>
      </p:sp>
      <p:sp>
        <p:nvSpPr>
          <p:cNvPr id="7" name="Text 4"/>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8" name="Text 5"/>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7</a:t>
            </a:r>
            <a:endParaRPr lang="en-US" sz="9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377440" y="457200"/>
            <a:ext cx="9144000" cy="502920"/>
          </a:xfrm>
          <a:prstGeom prst="rect">
            <a:avLst/>
          </a:prstGeom>
          <a:noFill/>
          <a:ln/>
        </p:spPr>
        <p:txBody>
          <a:bodyPr wrap="square" rtlCol="0" anchor="ctr"/>
          <a:lstStyle/>
          <a:p>
            <a:pPr marL="0" indent="0" algn="r" rtl="1">
              <a:buNone/>
            </a:pPr>
            <a:r>
              <a:rPr lang="en-US" sz="28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مقارنة أنواع العقار السكني</a:t>
            </a:r>
            <a:endParaRPr lang="en-US" sz="2800" dirty="0">
              <a:latin typeface="HelveticaNeueLT Arabic 55 Roman" panose="020B0604020202020204" pitchFamily="34" charset="-78"/>
              <a:cs typeface="HelveticaNeueLT Arabic 55 Roman" panose="020B0604020202020204" pitchFamily="34" charset="-78"/>
            </a:endParaRPr>
          </a:p>
        </p:txBody>
      </p:sp>
      <p:sp>
        <p:nvSpPr>
          <p:cNvPr id="3" name="Text 1"/>
          <p:cNvSpPr/>
          <p:nvPr/>
        </p:nvSpPr>
        <p:spPr>
          <a:xfrm>
            <a:off x="2377440" y="960120"/>
            <a:ext cx="9144000" cy="365760"/>
          </a:xfrm>
          <a:prstGeom prst="rect">
            <a:avLst/>
          </a:prstGeom>
          <a:noFill/>
          <a:ln/>
        </p:spPr>
        <p:txBody>
          <a:bodyPr wrap="square" rtlCol="0" anchor="ctr"/>
          <a:lstStyle/>
          <a:p>
            <a:pPr marL="0" indent="0" algn="r" rtl="1">
              <a:buNone/>
            </a:pP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النمو التراكمي والتقلب حسب نوع العقار (2021Q1–2026Q2)</a:t>
            </a:r>
            <a:endParaRPr lang="en-US" sz="1300" dirty="0">
              <a:latin typeface="HelveticaNeueLT Arabic 55 Roman" panose="020B0604020202020204" pitchFamily="34" charset="-78"/>
              <a:cs typeface="HelveticaNeueLT Arabic 55 Roman" panose="020B0604020202020204" pitchFamily="34" charset="-78"/>
            </a:endParaRPr>
          </a:p>
        </p:txBody>
      </p:sp>
      <p:graphicFrame>
        <p:nvGraphicFramePr>
          <p:cNvPr id="4" name="Chart 0"/>
          <p:cNvGraphicFramePr/>
          <p:nvPr>
            <p:extLst>
              <p:ext uri="{D42A27DB-BD31-4B8C-83A1-F6EECF244321}">
                <p14:modId xmlns:p14="http://schemas.microsoft.com/office/powerpoint/2010/main" val="1370081132"/>
              </p:ext>
            </p:extLst>
          </p:nvPr>
        </p:nvGraphicFramePr>
        <p:xfrm>
          <a:off x="640080" y="1508760"/>
          <a:ext cx="5486400" cy="44805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Table 0"/>
          <p:cNvGraphicFramePr>
            <a:graphicFrameLocks noGrp="1"/>
          </p:cNvGraphicFramePr>
          <p:nvPr>
            <p:extLst>
              <p:ext uri="{D42A27DB-BD31-4B8C-83A1-F6EECF244321}">
                <p14:modId xmlns:p14="http://schemas.microsoft.com/office/powerpoint/2010/main" val="875816081"/>
              </p:ext>
            </p:extLst>
          </p:nvPr>
        </p:nvGraphicFramePr>
        <p:xfrm>
          <a:off x="6492240" y="1828800"/>
          <a:ext cx="5029200" cy="1645920"/>
        </p:xfrm>
        <a:graphic>
          <a:graphicData uri="http://schemas.openxmlformats.org/drawingml/2006/table">
            <a:tbl>
              <a:tblPr/>
              <a:tblGrid>
                <a:gridCol w="1257300">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gridCol w="1257300">
                  <a:extLst>
                    <a:ext uri="{9D8B030D-6E8A-4147-A177-3AD203B41FA5}">
                      <a16:colId xmlns:a16="http://schemas.microsoft.com/office/drawing/2014/main" val="20003"/>
                    </a:ext>
                  </a:extLst>
                </a:gridCol>
              </a:tblGrid>
              <a:tr h="411480">
                <a:tc>
                  <a:txBody>
                    <a:bodyPr/>
                    <a:lstStyle/>
                    <a:p>
                      <a:pPr marL="0" indent="0" algn="r">
                        <a:buNone/>
                      </a:pPr>
                      <a:r>
                        <a:rPr lang="en-US" sz="1250" b="1" dirty="0">
                          <a:solidFill>
                            <a:srgbClr val="FFFFFF"/>
                          </a:solidFill>
                          <a:latin typeface="Arial" pitchFamily="34" charset="0"/>
                          <a:ea typeface="Arial" pitchFamily="34" charset="-122"/>
                          <a:cs typeface="Arial" pitchFamily="34" charset="-120"/>
                        </a:rPr>
                        <a:t>النوع</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1B2A4A"/>
                    </a:solidFill>
                  </a:tcPr>
                </a:tc>
                <a:tc>
                  <a:txBody>
                    <a:bodyPr/>
                    <a:lstStyle/>
                    <a:p>
                      <a:pPr marL="0" indent="0" algn="ctr">
                        <a:buNone/>
                      </a:pPr>
                      <a:r>
                        <a:rPr lang="en-US" sz="1250" b="1" dirty="0">
                          <a:solidFill>
                            <a:srgbClr val="FFFFFF"/>
                          </a:solidFill>
                          <a:latin typeface="Arial" pitchFamily="34" charset="0"/>
                          <a:ea typeface="Arial" pitchFamily="34" charset="-122"/>
                          <a:cs typeface="Arial" pitchFamily="34" charset="-120"/>
                        </a:rPr>
                        <a:t>نمو تراكمي</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1B2A4A"/>
                    </a:solidFill>
                  </a:tcPr>
                </a:tc>
                <a:tc>
                  <a:txBody>
                    <a:bodyPr/>
                    <a:lstStyle/>
                    <a:p>
                      <a:pPr marL="0" indent="0" algn="ctr">
                        <a:buNone/>
                      </a:pPr>
                      <a:r>
                        <a:rPr lang="en-US" sz="1250" b="1" dirty="0">
                          <a:solidFill>
                            <a:srgbClr val="FFFFFF"/>
                          </a:solidFill>
                          <a:latin typeface="Arial" pitchFamily="34" charset="0"/>
                          <a:ea typeface="Arial" pitchFamily="34" charset="-122"/>
                          <a:cs typeface="Arial" pitchFamily="34" charset="-120"/>
                        </a:rPr>
                        <a:t>سنوي YoY</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1B2A4A"/>
                    </a:solidFill>
                  </a:tcPr>
                </a:tc>
                <a:tc>
                  <a:txBody>
                    <a:bodyPr/>
                    <a:lstStyle/>
                    <a:p>
                      <a:pPr marL="0" indent="0" algn="ctr">
                        <a:buNone/>
                      </a:pPr>
                      <a:r>
                        <a:rPr lang="en-US" sz="1250" b="1" dirty="0">
                          <a:solidFill>
                            <a:srgbClr val="FFFFFF"/>
                          </a:solidFill>
                          <a:latin typeface="Arial" pitchFamily="34" charset="0"/>
                          <a:ea typeface="Arial" pitchFamily="34" charset="-122"/>
                          <a:cs typeface="Arial" pitchFamily="34" charset="-120"/>
                        </a:rPr>
                        <a:t>تقلب (σ)</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11480">
                <a:tc>
                  <a:txBody>
                    <a:bodyPr/>
                    <a:lstStyle/>
                    <a:p>
                      <a:pPr marL="0" indent="0" algn="r">
                        <a:buNone/>
                      </a:pPr>
                      <a:r>
                        <a:rPr lang="en-US" sz="1250" dirty="0">
                          <a:solidFill>
                            <a:srgbClr val="000000"/>
                          </a:solidFill>
                          <a:latin typeface="Arial" pitchFamily="34" charset="0"/>
                          <a:ea typeface="Arial" pitchFamily="34" charset="-122"/>
                          <a:cs typeface="Arial" pitchFamily="34" charset="-120"/>
                        </a:rPr>
                        <a:t>أرض سكنية</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tc>
                  <a:txBody>
                    <a:bodyPr/>
                    <a:lstStyle/>
                    <a:p>
                      <a:pPr marL="0" indent="0" algn="ctr">
                        <a:buNone/>
                      </a:pPr>
                      <a:r>
                        <a:rPr lang="en-US" sz="1250" b="1" dirty="0">
                          <a:solidFill>
                            <a:srgbClr val="3F7A55"/>
                          </a:solidFill>
                          <a:latin typeface="Arial" pitchFamily="34" charset="0"/>
                          <a:ea typeface="Arial" pitchFamily="34" charset="-122"/>
                          <a:cs typeface="Arial" pitchFamily="34" charset="-120"/>
                        </a:rPr>
                        <a:t>+33.6%</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tc>
                  <a:txBody>
                    <a:bodyPr/>
                    <a:lstStyle/>
                    <a:p>
                      <a:pPr marL="0" indent="0" algn="ctr">
                        <a:buNone/>
                      </a:pPr>
                      <a:r>
                        <a:rPr lang="en-US" sz="1250" dirty="0">
                          <a:solidFill>
                            <a:srgbClr val="3F7A55"/>
                          </a:solidFill>
                          <a:latin typeface="Arial" pitchFamily="34" charset="0"/>
                          <a:ea typeface="Arial" pitchFamily="34" charset="-122"/>
                          <a:cs typeface="Arial" pitchFamily="34" charset="-120"/>
                        </a:rPr>
                        <a:t>+6.3%</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tc>
                  <a:txBody>
                    <a:bodyPr/>
                    <a:lstStyle/>
                    <a:p>
                      <a:pPr marL="0" indent="0" algn="ctr">
                        <a:buNone/>
                      </a:pPr>
                      <a:r>
                        <a:rPr lang="en-US" sz="1250" dirty="0">
                          <a:solidFill>
                            <a:srgbClr val="000000"/>
                          </a:solidFill>
                          <a:latin typeface="Arial" pitchFamily="34" charset="0"/>
                          <a:ea typeface="Arial" pitchFamily="34" charset="-122"/>
                          <a:cs typeface="Arial" pitchFamily="34" charset="-120"/>
                        </a:rPr>
                        <a:t>2.42</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lgn="r">
                        <a:buNone/>
                      </a:pPr>
                      <a:r>
                        <a:rPr lang="en-US" sz="1250" dirty="0">
                          <a:solidFill>
                            <a:srgbClr val="000000"/>
                          </a:solidFill>
                          <a:latin typeface="Arial" pitchFamily="34" charset="0"/>
                          <a:ea typeface="Arial" pitchFamily="34" charset="-122"/>
                          <a:cs typeface="Arial" pitchFamily="34" charset="-120"/>
                        </a:rPr>
                        <a:t>فيلا</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F2F0EA"/>
                    </a:solidFill>
                  </a:tcPr>
                </a:tc>
                <a:tc>
                  <a:txBody>
                    <a:bodyPr/>
                    <a:lstStyle/>
                    <a:p>
                      <a:pPr marL="0" indent="0" algn="ctr">
                        <a:buNone/>
                      </a:pPr>
                      <a:r>
                        <a:rPr lang="en-US" sz="1250" b="1" dirty="0">
                          <a:solidFill>
                            <a:srgbClr val="3F7A55"/>
                          </a:solidFill>
                          <a:latin typeface="Arial" pitchFamily="34" charset="0"/>
                          <a:ea typeface="Arial" pitchFamily="34" charset="-122"/>
                          <a:cs typeface="Arial" pitchFamily="34" charset="-120"/>
                        </a:rPr>
                        <a:t>+22.8%</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F2F0EA"/>
                    </a:solidFill>
                  </a:tcPr>
                </a:tc>
                <a:tc>
                  <a:txBody>
                    <a:bodyPr/>
                    <a:lstStyle/>
                    <a:p>
                      <a:pPr marL="0" indent="0" algn="ctr">
                        <a:buNone/>
                      </a:pPr>
                      <a:r>
                        <a:rPr lang="en-US" sz="1250" dirty="0">
                          <a:solidFill>
                            <a:srgbClr val="A8483D"/>
                          </a:solidFill>
                          <a:latin typeface="Arial" pitchFamily="34" charset="0"/>
                          <a:ea typeface="Arial" pitchFamily="34" charset="-122"/>
                          <a:cs typeface="Arial" pitchFamily="34" charset="-120"/>
                        </a:rPr>
                        <a:t>-9.7%</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F2F0EA"/>
                    </a:solidFill>
                  </a:tcPr>
                </a:tc>
                <a:tc>
                  <a:txBody>
                    <a:bodyPr/>
                    <a:lstStyle/>
                    <a:p>
                      <a:pPr marL="0" indent="0" algn="ctr">
                        <a:buNone/>
                      </a:pPr>
                      <a:r>
                        <a:rPr lang="en-US" sz="1250" dirty="0">
                          <a:solidFill>
                            <a:srgbClr val="000000"/>
                          </a:solidFill>
                          <a:latin typeface="Arial" pitchFamily="34" charset="0"/>
                          <a:ea typeface="Arial" pitchFamily="34" charset="-122"/>
                          <a:cs typeface="Arial" pitchFamily="34" charset="-120"/>
                        </a:rPr>
                        <a:t>4.01</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F2F0EA"/>
                    </a:solidFill>
                  </a:tcPr>
                </a:tc>
                <a:extLst>
                  <a:ext uri="{0D108BD9-81ED-4DB2-BD59-A6C34878D82A}">
                    <a16:rowId xmlns:a16="http://schemas.microsoft.com/office/drawing/2014/main" val="10002"/>
                  </a:ext>
                </a:extLst>
              </a:tr>
              <a:tr h="411480">
                <a:tc>
                  <a:txBody>
                    <a:bodyPr/>
                    <a:lstStyle/>
                    <a:p>
                      <a:pPr marL="0" indent="0" algn="r">
                        <a:buNone/>
                      </a:pPr>
                      <a:r>
                        <a:rPr lang="en-US" sz="1250" dirty="0">
                          <a:solidFill>
                            <a:srgbClr val="000000"/>
                          </a:solidFill>
                          <a:latin typeface="Arial" pitchFamily="34" charset="0"/>
                          <a:ea typeface="Arial" pitchFamily="34" charset="-122"/>
                          <a:cs typeface="Arial" pitchFamily="34" charset="-120"/>
                        </a:rPr>
                        <a:t>شقة</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tc>
                  <a:txBody>
                    <a:bodyPr/>
                    <a:lstStyle/>
                    <a:p>
                      <a:pPr marL="0" indent="0" algn="ctr">
                        <a:buNone/>
                      </a:pPr>
                      <a:r>
                        <a:rPr lang="en-US" sz="1250" b="1" dirty="0">
                          <a:solidFill>
                            <a:srgbClr val="3F7A55"/>
                          </a:solidFill>
                          <a:latin typeface="Arial" pitchFamily="34" charset="0"/>
                          <a:ea typeface="Arial" pitchFamily="34" charset="-122"/>
                          <a:cs typeface="Arial" pitchFamily="34" charset="-120"/>
                        </a:rPr>
                        <a:t>+22.6%</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tc>
                  <a:txBody>
                    <a:bodyPr/>
                    <a:lstStyle/>
                    <a:p>
                      <a:pPr marL="0" indent="0" algn="ctr">
                        <a:buNone/>
                      </a:pPr>
                      <a:r>
                        <a:rPr lang="en-US" sz="1250" dirty="0">
                          <a:solidFill>
                            <a:srgbClr val="3F7A55"/>
                          </a:solidFill>
                          <a:latin typeface="Arial" pitchFamily="34" charset="0"/>
                          <a:ea typeface="Arial" pitchFamily="34" charset="-122"/>
                          <a:cs typeface="Arial" pitchFamily="34" charset="-120"/>
                        </a:rPr>
                        <a:t>+1.1%</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tc>
                  <a:txBody>
                    <a:bodyPr/>
                    <a:lstStyle/>
                    <a:p>
                      <a:pPr marL="0" indent="0" algn="ctr">
                        <a:buNone/>
                      </a:pPr>
                      <a:r>
                        <a:rPr lang="en-US" sz="1250" dirty="0">
                          <a:solidFill>
                            <a:srgbClr val="000000"/>
                          </a:solidFill>
                          <a:latin typeface="Arial" pitchFamily="34" charset="0"/>
                          <a:ea typeface="Arial" pitchFamily="34" charset="-122"/>
                          <a:cs typeface="Arial" pitchFamily="34" charset="-120"/>
                        </a:rPr>
                        <a:t>1.81</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2"/>
          <p:cNvSpPr/>
          <p:nvPr/>
        </p:nvSpPr>
        <p:spPr>
          <a:xfrm>
            <a:off x="6492240" y="3703320"/>
            <a:ext cx="5029200" cy="2011680"/>
          </a:xfrm>
          <a:prstGeom prst="rect">
            <a:avLst/>
          </a:prstGeom>
          <a:noFill/>
          <a:ln/>
        </p:spPr>
        <p:txBody>
          <a:bodyPr wrap="square" rtlCol="0" anchor="ctr"/>
          <a:lstStyle/>
          <a:p>
            <a:pPr marL="0" indent="0" algn="r" rtl="1">
              <a:lnSpc>
                <a:spcPct val="135000"/>
              </a:lnSpc>
              <a:buNone/>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قراءة استراتيجية: الأراضي السكنية تجمع بين أعلى نمو وأدنى تقلب — الأنسب لتخصيص رأسمالي منخفض المخاطر النسبية. الفلل الأعلى تقلباً وسجّلت تراجعاً سنوياً حاداً يستدعي حذراً تكتيكياً.</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7" name="Text 3"/>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8" name="Text 4"/>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8</a:t>
            </a:r>
            <a:endParaRPr lang="en-US" sz="9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423160" y="457200"/>
            <a:ext cx="9144000" cy="502920"/>
          </a:xfrm>
          <a:prstGeom prst="rect">
            <a:avLst/>
          </a:prstGeom>
          <a:noFill/>
          <a:ln/>
        </p:spPr>
        <p:txBody>
          <a:bodyPr wrap="square" rtlCol="0" anchor="ctr"/>
          <a:lstStyle/>
          <a:p>
            <a:pPr marL="0" indent="0" algn="r" rtl="1">
              <a:buNone/>
            </a:pPr>
            <a:r>
              <a:rPr lang="en-US" sz="28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الموسمية الربعية</a:t>
            </a:r>
            <a:endParaRPr lang="en-US" sz="2800" dirty="0">
              <a:latin typeface="HelveticaNeueLT Arabic 55 Roman" panose="020B0604020202020204" pitchFamily="34" charset="-78"/>
              <a:cs typeface="HelveticaNeueLT Arabic 55 Roman" panose="020B0604020202020204" pitchFamily="34" charset="-78"/>
            </a:endParaRPr>
          </a:p>
        </p:txBody>
      </p:sp>
      <p:sp>
        <p:nvSpPr>
          <p:cNvPr id="3" name="Text 1"/>
          <p:cNvSpPr/>
          <p:nvPr/>
        </p:nvSpPr>
        <p:spPr>
          <a:xfrm>
            <a:off x="2423160" y="960120"/>
            <a:ext cx="9144000" cy="365760"/>
          </a:xfrm>
          <a:prstGeom prst="rect">
            <a:avLst/>
          </a:prstGeom>
          <a:noFill/>
          <a:ln/>
        </p:spPr>
        <p:txBody>
          <a:bodyPr wrap="square" rtlCol="0" anchor="ctr"/>
          <a:lstStyle/>
          <a:p>
            <a:pPr marL="0" indent="0" algn="r" rtl="1">
              <a:buNone/>
            </a:pP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متوسط التغيّر الربعي (QoQ%) حسب موقع الربع، 2021–2026</a:t>
            </a:r>
            <a:endParaRPr lang="en-US" sz="1300" dirty="0">
              <a:latin typeface="HelveticaNeueLT Arabic 55 Roman" panose="020B0604020202020204" pitchFamily="34" charset="-78"/>
              <a:cs typeface="HelveticaNeueLT Arabic 55 Roman" panose="020B0604020202020204" pitchFamily="34" charset="-78"/>
            </a:endParaRPr>
          </a:p>
        </p:txBody>
      </p:sp>
      <p:graphicFrame>
        <p:nvGraphicFramePr>
          <p:cNvPr id="4" name="Chart 0"/>
          <p:cNvGraphicFramePr/>
          <p:nvPr>
            <p:extLst>
              <p:ext uri="{D42A27DB-BD31-4B8C-83A1-F6EECF244321}">
                <p14:modId xmlns:p14="http://schemas.microsoft.com/office/powerpoint/2010/main" val="1409969709"/>
              </p:ext>
            </p:extLst>
          </p:nvPr>
        </p:nvGraphicFramePr>
        <p:xfrm>
          <a:off x="640080" y="1463040"/>
          <a:ext cx="731520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229600" y="1463040"/>
            <a:ext cx="3337560" cy="4526280"/>
          </a:xfrm>
          <a:prstGeom prst="roundRect">
            <a:avLst>
              <a:gd name="adj" fmla="val 1644"/>
            </a:avLst>
          </a:prstGeom>
          <a:solidFill>
            <a:srgbClr val="F2F0EA"/>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6" name="Text 3"/>
          <p:cNvSpPr/>
          <p:nvPr/>
        </p:nvSpPr>
        <p:spPr>
          <a:xfrm>
            <a:off x="8458200" y="1691640"/>
            <a:ext cx="2880360" cy="365760"/>
          </a:xfrm>
          <a:prstGeom prst="rect">
            <a:avLst/>
          </a:prstGeom>
          <a:noFill/>
          <a:ln/>
        </p:spPr>
        <p:txBody>
          <a:bodyPr wrap="square" rtlCol="0" anchor="ctr"/>
          <a:lstStyle/>
          <a:p>
            <a:pPr marL="0" indent="0" algn="r" rtl="1">
              <a:buNone/>
            </a:pPr>
            <a:r>
              <a:rPr lang="en-US" sz="14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الإشارة الاستراتيجية</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7" name="Text 4"/>
          <p:cNvSpPr/>
          <p:nvPr/>
        </p:nvSpPr>
        <p:spPr>
          <a:xfrm>
            <a:off x="8458200" y="2148840"/>
            <a:ext cx="2880360" cy="1280160"/>
          </a:xfrm>
          <a:prstGeom prst="rect">
            <a:avLst/>
          </a:prstGeom>
          <a:noFill/>
          <a:ln/>
        </p:spPr>
        <p:txBody>
          <a:bodyPr wrap="square" rtlCol="0" anchor="ctr"/>
          <a:lstStyle/>
          <a:p>
            <a:pPr marL="0" indent="0" algn="r" rtl="1">
              <a:lnSpc>
                <a:spcPct val="13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الربع الثاني من كل عام يسجّل تاريخياً أعلى معدل نمو ربعي — نافذة زمنية مناسبة لتنفيذ صفقات الشراء أو الإطلاق التسويقي.</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8" name="Shape 5"/>
          <p:cNvSpPr/>
          <p:nvPr/>
        </p:nvSpPr>
        <p:spPr>
          <a:xfrm>
            <a:off x="8458200" y="3566160"/>
            <a:ext cx="288036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9" name="Text 6"/>
          <p:cNvSpPr/>
          <p:nvPr/>
        </p:nvSpPr>
        <p:spPr>
          <a:xfrm>
            <a:off x="8458200" y="3703320"/>
            <a:ext cx="2880360" cy="365760"/>
          </a:xfrm>
          <a:prstGeom prst="rect">
            <a:avLst/>
          </a:prstGeom>
          <a:noFill/>
          <a:ln/>
        </p:spPr>
        <p:txBody>
          <a:bodyPr wrap="square" rtlCol="0" anchor="ctr"/>
          <a:lstStyle/>
          <a:p>
            <a:pPr marL="0" indent="0" algn="r" rtl="1">
              <a:buNone/>
            </a:pPr>
            <a:r>
              <a:rPr lang="en-US" sz="1250" b="1" dirty="0">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 تنبيه على حجم العينة</a:t>
            </a:r>
            <a:endParaRPr lang="en-US" sz="1250" dirty="0">
              <a:latin typeface="HelveticaNeueLT Arabic 55 Roman" panose="020B0604020202020204" pitchFamily="34" charset="-78"/>
              <a:cs typeface="HelveticaNeueLT Arabic 55 Roman" panose="020B0604020202020204" pitchFamily="34" charset="-78"/>
            </a:endParaRPr>
          </a:p>
        </p:txBody>
      </p:sp>
      <p:sp>
        <p:nvSpPr>
          <p:cNvPr id="10" name="Text 7"/>
          <p:cNvSpPr/>
          <p:nvPr/>
        </p:nvSpPr>
        <p:spPr>
          <a:xfrm>
            <a:off x="8458200" y="4114800"/>
            <a:ext cx="2880360" cy="1554480"/>
          </a:xfrm>
          <a:prstGeom prst="rect">
            <a:avLst/>
          </a:prstGeom>
          <a:noFill/>
          <a:ln/>
        </p:spPr>
        <p:txBody>
          <a:bodyPr wrap="square" rtlCol="0" anchor="ctr"/>
          <a:lstStyle/>
          <a:p>
            <a:pPr marL="0" indent="0" algn="r" rtl="1">
              <a:lnSpc>
                <a:spcPct val="130000"/>
              </a:lnSpc>
              <a:buNone/>
            </a:pPr>
            <a:r>
              <a:rPr lang="en-US" sz="1150" i="1"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كل موقع ربع مبني على 5–6 مشاهدات سنوية فقط — إشارة استكشافية أولية وليست استنتاجاً إحصائياً قاطعاً.</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11" name="Text 8"/>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12" name="Text 9"/>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9</a:t>
            </a:r>
            <a:endParaRPr lang="en-US" sz="9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514600" y="457200"/>
            <a:ext cx="9144000" cy="502920"/>
          </a:xfrm>
          <a:prstGeom prst="rect">
            <a:avLst/>
          </a:prstGeom>
          <a:noFill/>
          <a:ln/>
        </p:spPr>
        <p:txBody>
          <a:bodyPr wrap="square" rtlCol="0" anchor="ctr"/>
          <a:lstStyle/>
          <a:p>
            <a:pPr marL="0" indent="0" algn="r" rtl="1">
              <a:buNone/>
            </a:pPr>
            <a:r>
              <a:rPr lang="en-US" sz="28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السياق السوقي التكميلي</a:t>
            </a:r>
            <a:endParaRPr lang="en-US" sz="2800" dirty="0">
              <a:latin typeface="HelveticaNeueLT Arabic 55 Roman" panose="020B0604020202020204" pitchFamily="34" charset="-78"/>
              <a:cs typeface="HelveticaNeueLT Arabic 55 Roman" panose="020B0604020202020204" pitchFamily="34" charset="-78"/>
            </a:endParaRPr>
          </a:p>
        </p:txBody>
      </p:sp>
      <p:sp>
        <p:nvSpPr>
          <p:cNvPr id="3" name="Text 1"/>
          <p:cNvSpPr/>
          <p:nvPr/>
        </p:nvSpPr>
        <p:spPr>
          <a:xfrm>
            <a:off x="2057400" y="960120"/>
            <a:ext cx="9601200" cy="365760"/>
          </a:xfrm>
          <a:prstGeom prst="rect">
            <a:avLst/>
          </a:prstGeom>
          <a:noFill/>
          <a:ln/>
        </p:spPr>
        <p:txBody>
          <a:bodyPr wrap="square" rtlCol="0" anchor="ctr"/>
          <a:lstStyle/>
          <a:p>
            <a:pPr marL="0" indent="0" algn="r" rtl="1">
              <a:buNone/>
            </a:pP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مؤشرات خارجية </a:t>
            </a:r>
            <a:r>
              <a:rPr lang="en-US" sz="1300" dirty="0" err="1">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موثّقة</a:t>
            </a: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 </a:t>
            </a:r>
            <a:r>
              <a:rPr lang="ar-SA"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a:t>
            </a:r>
            <a:r>
              <a:rPr lang="en-US" sz="1300" dirty="0" err="1">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لا</a:t>
            </a: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 تُدمج في </a:t>
            </a:r>
            <a:r>
              <a:rPr lang="en-US" sz="1300" dirty="0" err="1">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مؤشر</a:t>
            </a: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 REPI</a:t>
            </a:r>
            <a:r>
              <a:rPr lang="ar-SA"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a:t>
            </a: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 — لفهم أعمق للسوق التشغيلي</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4" name="Shape 2"/>
          <p:cNvSpPr/>
          <p:nvPr/>
        </p:nvSpPr>
        <p:spPr>
          <a:xfrm>
            <a:off x="640080" y="1508760"/>
            <a:ext cx="3520440" cy="2011680"/>
          </a:xfrm>
          <a:prstGeom prst="roundRect">
            <a:avLst>
              <a:gd name="adj" fmla="val 2727"/>
            </a:avLst>
          </a:prstGeom>
          <a:solidFill>
            <a:srgbClr val="F2F0EA"/>
          </a:solidFill>
          <a:ln/>
        </p:spPr>
        <p:txBody>
          <a:bodyPr/>
          <a:lstStyle/>
          <a:p>
            <a:pPr algn="ctr" rtl="1"/>
            <a:endParaRPr lang="en-US">
              <a:latin typeface="HelveticaNeueLT Arabic 55 Roman" panose="020B0604020202020204" pitchFamily="34" charset="-78"/>
              <a:cs typeface="HelveticaNeueLT Arabic 55 Roman" panose="020B0604020202020204" pitchFamily="34" charset="-78"/>
            </a:endParaRPr>
          </a:p>
        </p:txBody>
      </p:sp>
      <p:sp>
        <p:nvSpPr>
          <p:cNvPr id="5" name="Text 3"/>
          <p:cNvSpPr/>
          <p:nvPr/>
        </p:nvSpPr>
        <p:spPr>
          <a:xfrm>
            <a:off x="777240" y="1645920"/>
            <a:ext cx="3246120" cy="685800"/>
          </a:xfrm>
          <a:prstGeom prst="rect">
            <a:avLst/>
          </a:prstGeom>
          <a:noFill/>
          <a:ln/>
        </p:spPr>
        <p:txBody>
          <a:bodyPr wrap="square" rtlCol="0" anchor="ctr"/>
          <a:lstStyle/>
          <a:p>
            <a:pPr marL="0" indent="0" algn="ctr" rtl="1">
              <a:buNone/>
            </a:pPr>
            <a:r>
              <a:rPr lang="en-US" sz="26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98–99%</a:t>
            </a:r>
            <a:endParaRPr lang="en-US" sz="2600" dirty="0">
              <a:latin typeface="HelveticaNeueLT Arabic 55 Roman" panose="020B0604020202020204" pitchFamily="34" charset="-78"/>
              <a:cs typeface="HelveticaNeueLT Arabic 55 Roman" panose="020B0604020202020204" pitchFamily="34" charset="-78"/>
            </a:endParaRPr>
          </a:p>
        </p:txBody>
      </p:sp>
      <p:sp>
        <p:nvSpPr>
          <p:cNvPr id="6" name="Text 4"/>
          <p:cNvSpPr/>
          <p:nvPr/>
        </p:nvSpPr>
        <p:spPr>
          <a:xfrm>
            <a:off x="777240" y="2286000"/>
            <a:ext cx="3246120" cy="640080"/>
          </a:xfrm>
          <a:prstGeom prst="rect">
            <a:avLst/>
          </a:prstGeom>
          <a:noFill/>
          <a:ln/>
        </p:spPr>
        <p:txBody>
          <a:bodyPr wrap="square" rtlCol="0" anchor="ctr"/>
          <a:lstStyle/>
          <a:p>
            <a:pPr marL="0" indent="0" algn="ct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إشغال مكاتب Grade A</a:t>
            </a:r>
            <a:endParaRPr lang="en-US" sz="1200" dirty="0">
              <a:latin typeface="HelveticaNeueLT Arabic 55 Roman" panose="020B0604020202020204" pitchFamily="34" charset="-78"/>
              <a:cs typeface="HelveticaNeueLT Arabic 55 Roman" panose="020B0604020202020204" pitchFamily="34" charset="-78"/>
            </a:endParaRPr>
          </a:p>
          <a:p>
            <a:pPr marL="0" indent="0" algn="ct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في الرياض</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7" name="Text 5"/>
          <p:cNvSpPr/>
          <p:nvPr/>
        </p:nvSpPr>
        <p:spPr>
          <a:xfrm>
            <a:off x="777240" y="3154680"/>
            <a:ext cx="3246120" cy="320040"/>
          </a:xfrm>
          <a:prstGeom prst="rect">
            <a:avLst/>
          </a:prstGeom>
          <a:noFill/>
          <a:ln/>
        </p:spPr>
        <p:txBody>
          <a:bodyPr wrap="square" rtlCol="0" anchor="ctr"/>
          <a:lstStyle/>
          <a:p>
            <a:pPr marL="0" indent="0" algn="ctr" rtl="1">
              <a:buNone/>
            </a:pPr>
            <a:r>
              <a:rPr lang="en-US" sz="950" i="1" dirty="0">
                <a:solidFill>
                  <a:srgbClr val="2F5D5D"/>
                </a:solidFill>
                <a:latin typeface="HelveticaNeueLT Arabic 55 Roman" panose="020B0604020202020204" pitchFamily="34" charset="-78"/>
                <a:ea typeface="Arial" pitchFamily="34" charset="-122"/>
                <a:cs typeface="HelveticaNeueLT Arabic 55 Roman" panose="020B0604020202020204" pitchFamily="34" charset="-78"/>
              </a:rPr>
              <a:t>CBRE، الربع الأول 2026</a:t>
            </a:r>
            <a:endParaRPr lang="en-US" sz="950" dirty="0">
              <a:latin typeface="HelveticaNeueLT Arabic 55 Roman" panose="020B0604020202020204" pitchFamily="34" charset="-78"/>
              <a:cs typeface="HelveticaNeueLT Arabic 55 Roman" panose="020B0604020202020204" pitchFamily="34" charset="-78"/>
            </a:endParaRPr>
          </a:p>
        </p:txBody>
      </p:sp>
      <p:sp>
        <p:nvSpPr>
          <p:cNvPr id="8" name="Shape 6"/>
          <p:cNvSpPr/>
          <p:nvPr/>
        </p:nvSpPr>
        <p:spPr>
          <a:xfrm>
            <a:off x="4389120" y="1508760"/>
            <a:ext cx="3520440" cy="2011680"/>
          </a:xfrm>
          <a:prstGeom prst="roundRect">
            <a:avLst>
              <a:gd name="adj" fmla="val 2727"/>
            </a:avLst>
          </a:prstGeom>
          <a:solidFill>
            <a:srgbClr val="F2F0EA"/>
          </a:solidFill>
          <a:ln/>
        </p:spPr>
        <p:txBody>
          <a:bodyPr/>
          <a:lstStyle/>
          <a:p>
            <a:pPr algn="ctr" rtl="1"/>
            <a:endParaRPr lang="en-US">
              <a:latin typeface="HelveticaNeueLT Arabic 55 Roman" panose="020B0604020202020204" pitchFamily="34" charset="-78"/>
              <a:cs typeface="HelveticaNeueLT Arabic 55 Roman" panose="020B0604020202020204" pitchFamily="34" charset="-78"/>
            </a:endParaRPr>
          </a:p>
        </p:txBody>
      </p:sp>
      <p:sp>
        <p:nvSpPr>
          <p:cNvPr id="9" name="Text 7"/>
          <p:cNvSpPr/>
          <p:nvPr/>
        </p:nvSpPr>
        <p:spPr>
          <a:xfrm>
            <a:off x="4526280" y="1645920"/>
            <a:ext cx="3246120" cy="685800"/>
          </a:xfrm>
          <a:prstGeom prst="rect">
            <a:avLst/>
          </a:prstGeom>
          <a:noFill/>
          <a:ln/>
        </p:spPr>
        <p:txBody>
          <a:bodyPr wrap="square" rtlCol="0" anchor="ctr"/>
          <a:lstStyle/>
          <a:p>
            <a:pPr marL="0" indent="0" algn="ctr" rtl="1">
              <a:buNone/>
            </a:pPr>
            <a:r>
              <a:rPr lang="en-US" sz="26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~6%</a:t>
            </a:r>
            <a:endParaRPr lang="en-US" sz="2600" dirty="0">
              <a:latin typeface="HelveticaNeueLT Arabic 55 Roman" panose="020B0604020202020204" pitchFamily="34" charset="-78"/>
              <a:cs typeface="HelveticaNeueLT Arabic 55 Roman" panose="020B0604020202020204" pitchFamily="34" charset="-78"/>
            </a:endParaRPr>
          </a:p>
        </p:txBody>
      </p:sp>
      <p:sp>
        <p:nvSpPr>
          <p:cNvPr id="10" name="Text 8"/>
          <p:cNvSpPr/>
          <p:nvPr/>
        </p:nvSpPr>
        <p:spPr>
          <a:xfrm>
            <a:off x="4526280" y="2286000"/>
            <a:ext cx="3246120" cy="640080"/>
          </a:xfrm>
          <a:prstGeom prst="rect">
            <a:avLst/>
          </a:prstGeom>
          <a:noFill/>
          <a:ln/>
        </p:spPr>
        <p:txBody>
          <a:bodyPr wrap="square" rtlCol="0" anchor="ctr"/>
          <a:lstStyle/>
          <a:p>
            <a:pPr marL="0" indent="0" algn="ct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معدل شواغر التجزئة</a:t>
            </a:r>
            <a:endParaRPr lang="en-US" sz="1200" dirty="0">
              <a:latin typeface="HelveticaNeueLT Arabic 55 Roman" panose="020B0604020202020204" pitchFamily="34" charset="-78"/>
              <a:cs typeface="HelveticaNeueLT Arabic 55 Roman" panose="020B0604020202020204" pitchFamily="34" charset="-78"/>
            </a:endParaRPr>
          </a:p>
          <a:p>
            <a:pPr marL="0" indent="0" algn="ct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(Retail)</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11" name="Text 9"/>
          <p:cNvSpPr/>
          <p:nvPr/>
        </p:nvSpPr>
        <p:spPr>
          <a:xfrm>
            <a:off x="4526280" y="3154680"/>
            <a:ext cx="3246120" cy="320040"/>
          </a:xfrm>
          <a:prstGeom prst="rect">
            <a:avLst/>
          </a:prstGeom>
          <a:noFill/>
          <a:ln/>
        </p:spPr>
        <p:txBody>
          <a:bodyPr wrap="square" rtlCol="0" anchor="ctr"/>
          <a:lstStyle/>
          <a:p>
            <a:pPr marL="0" indent="0" algn="ctr" rtl="1">
              <a:buNone/>
            </a:pPr>
            <a:r>
              <a:rPr lang="en-US" sz="950" i="1" dirty="0">
                <a:solidFill>
                  <a:srgbClr val="2F5D5D"/>
                </a:solidFill>
                <a:latin typeface="HelveticaNeueLT Arabic 55 Roman" panose="020B0604020202020204" pitchFamily="34" charset="-78"/>
                <a:ea typeface="Arial" pitchFamily="34" charset="-122"/>
                <a:cs typeface="HelveticaNeueLT Arabic 55 Roman" panose="020B0604020202020204" pitchFamily="34" charset="-78"/>
              </a:rPr>
              <a:t>CBRE، الربع الثاني 2026</a:t>
            </a:r>
            <a:endParaRPr lang="en-US" sz="950" dirty="0">
              <a:latin typeface="HelveticaNeueLT Arabic 55 Roman" panose="020B0604020202020204" pitchFamily="34" charset="-78"/>
              <a:cs typeface="HelveticaNeueLT Arabic 55 Roman" panose="020B0604020202020204" pitchFamily="34" charset="-78"/>
            </a:endParaRPr>
          </a:p>
        </p:txBody>
      </p:sp>
      <p:sp>
        <p:nvSpPr>
          <p:cNvPr id="12" name="Shape 10"/>
          <p:cNvSpPr/>
          <p:nvPr/>
        </p:nvSpPr>
        <p:spPr>
          <a:xfrm>
            <a:off x="8138160" y="1508760"/>
            <a:ext cx="3520440" cy="2011680"/>
          </a:xfrm>
          <a:prstGeom prst="roundRect">
            <a:avLst>
              <a:gd name="adj" fmla="val 2727"/>
            </a:avLst>
          </a:prstGeom>
          <a:solidFill>
            <a:srgbClr val="F2F0EA"/>
          </a:solidFill>
          <a:ln/>
        </p:spPr>
        <p:txBody>
          <a:bodyPr/>
          <a:lstStyle/>
          <a:p>
            <a:pPr algn="ctr" rtl="1"/>
            <a:endParaRPr lang="en-US">
              <a:latin typeface="HelveticaNeueLT Arabic 55 Roman" panose="020B0604020202020204" pitchFamily="34" charset="-78"/>
              <a:cs typeface="HelveticaNeueLT Arabic 55 Roman" panose="020B0604020202020204" pitchFamily="34" charset="-78"/>
            </a:endParaRPr>
          </a:p>
        </p:txBody>
      </p:sp>
      <p:sp>
        <p:nvSpPr>
          <p:cNvPr id="13" name="Text 11"/>
          <p:cNvSpPr/>
          <p:nvPr/>
        </p:nvSpPr>
        <p:spPr>
          <a:xfrm>
            <a:off x="8275320" y="1645920"/>
            <a:ext cx="3246120" cy="685800"/>
          </a:xfrm>
          <a:prstGeom prst="rect">
            <a:avLst/>
          </a:prstGeom>
          <a:noFill/>
          <a:ln/>
        </p:spPr>
        <p:txBody>
          <a:bodyPr wrap="square" rtlCol="0" anchor="ctr"/>
          <a:lstStyle/>
          <a:p>
            <a:pPr marL="0" indent="0" algn="ctr" rtl="1">
              <a:buNone/>
            </a:pPr>
            <a:r>
              <a:rPr lang="en-US" sz="26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6.8–6.9%</a:t>
            </a:r>
            <a:endParaRPr lang="en-US" sz="2600" dirty="0">
              <a:latin typeface="HelveticaNeueLT Arabic 55 Roman" panose="020B0604020202020204" pitchFamily="34" charset="-78"/>
              <a:cs typeface="HelveticaNeueLT Arabic 55 Roman" panose="020B0604020202020204" pitchFamily="34" charset="-78"/>
            </a:endParaRPr>
          </a:p>
        </p:txBody>
      </p:sp>
      <p:sp>
        <p:nvSpPr>
          <p:cNvPr id="14" name="Text 12"/>
          <p:cNvSpPr/>
          <p:nvPr/>
        </p:nvSpPr>
        <p:spPr>
          <a:xfrm>
            <a:off x="8275320" y="2286000"/>
            <a:ext cx="3246120" cy="640080"/>
          </a:xfrm>
          <a:prstGeom prst="rect">
            <a:avLst/>
          </a:prstGeom>
          <a:noFill/>
          <a:ln/>
        </p:spPr>
        <p:txBody>
          <a:bodyPr wrap="square" rtlCol="0" anchor="ctr"/>
          <a:lstStyle/>
          <a:p>
            <a:pPr marL="0" indent="0" algn="ct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متوسط العائد الإيجاري</a:t>
            </a:r>
            <a:endParaRPr lang="en-US" sz="1200" dirty="0">
              <a:latin typeface="HelveticaNeueLT Arabic 55 Roman" panose="020B0604020202020204" pitchFamily="34" charset="-78"/>
              <a:cs typeface="HelveticaNeueLT Arabic 55 Roman" panose="020B0604020202020204" pitchFamily="34" charset="-78"/>
            </a:endParaRPr>
          </a:p>
          <a:p>
            <a:pPr marL="0" indent="0" algn="ct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للشقق في الرياض</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15" name="Text 13"/>
          <p:cNvSpPr/>
          <p:nvPr/>
        </p:nvSpPr>
        <p:spPr>
          <a:xfrm>
            <a:off x="8275320" y="3154680"/>
            <a:ext cx="3246120" cy="320040"/>
          </a:xfrm>
          <a:prstGeom prst="rect">
            <a:avLst/>
          </a:prstGeom>
          <a:noFill/>
          <a:ln/>
        </p:spPr>
        <p:txBody>
          <a:bodyPr wrap="square" rtlCol="0" anchor="ctr"/>
          <a:lstStyle/>
          <a:p>
            <a:pPr marL="0" indent="0" algn="ctr" rtl="1">
              <a:buNone/>
            </a:pPr>
            <a:r>
              <a:rPr lang="en-US" sz="950" i="1" dirty="0">
                <a:solidFill>
                  <a:srgbClr val="2F5D5D"/>
                </a:solidFill>
                <a:latin typeface="HelveticaNeueLT Arabic 55 Roman" panose="020B0604020202020204" pitchFamily="34" charset="-78"/>
                <a:ea typeface="Arial" pitchFamily="34" charset="-122"/>
                <a:cs typeface="HelveticaNeueLT Arabic 55 Roman" panose="020B0604020202020204" pitchFamily="34" charset="-78"/>
              </a:rPr>
              <a:t>Global Property Guide, Q1-2026</a:t>
            </a:r>
            <a:endParaRPr lang="en-US" sz="950" dirty="0">
              <a:latin typeface="HelveticaNeueLT Arabic 55 Roman" panose="020B0604020202020204" pitchFamily="34" charset="-78"/>
              <a:cs typeface="HelveticaNeueLT Arabic 55 Roman" panose="020B0604020202020204" pitchFamily="34" charset="-78"/>
            </a:endParaRPr>
          </a:p>
        </p:txBody>
      </p:sp>
      <p:sp>
        <p:nvSpPr>
          <p:cNvPr id="16" name="Shape 14"/>
          <p:cNvSpPr/>
          <p:nvPr/>
        </p:nvSpPr>
        <p:spPr>
          <a:xfrm>
            <a:off x="640080" y="3749040"/>
            <a:ext cx="3520440" cy="2011680"/>
          </a:xfrm>
          <a:prstGeom prst="roundRect">
            <a:avLst>
              <a:gd name="adj" fmla="val 2727"/>
            </a:avLst>
          </a:prstGeom>
          <a:solidFill>
            <a:srgbClr val="F2F0EA"/>
          </a:solidFill>
          <a:ln/>
        </p:spPr>
        <p:txBody>
          <a:bodyPr/>
          <a:lstStyle/>
          <a:p>
            <a:pPr algn="ctr" rtl="1"/>
            <a:endParaRPr lang="en-US">
              <a:latin typeface="HelveticaNeueLT Arabic 55 Roman" panose="020B0604020202020204" pitchFamily="34" charset="-78"/>
              <a:cs typeface="HelveticaNeueLT Arabic 55 Roman" panose="020B0604020202020204" pitchFamily="34" charset="-78"/>
            </a:endParaRPr>
          </a:p>
        </p:txBody>
      </p:sp>
      <p:sp>
        <p:nvSpPr>
          <p:cNvPr id="17" name="Text 15"/>
          <p:cNvSpPr/>
          <p:nvPr/>
        </p:nvSpPr>
        <p:spPr>
          <a:xfrm>
            <a:off x="777240" y="3886200"/>
            <a:ext cx="3246120" cy="685800"/>
          </a:xfrm>
          <a:prstGeom prst="rect">
            <a:avLst/>
          </a:prstGeom>
          <a:noFill/>
          <a:ln/>
        </p:spPr>
        <p:txBody>
          <a:bodyPr wrap="square" rtlCol="0" anchor="ctr"/>
          <a:lstStyle/>
          <a:p>
            <a:pPr marL="0" indent="0" algn="ctr" rtl="1">
              <a:buNone/>
            </a:pPr>
            <a:r>
              <a:rPr lang="en-US" sz="26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+19.6%</a:t>
            </a:r>
            <a:endParaRPr lang="en-US" sz="2600" dirty="0">
              <a:latin typeface="HelveticaNeueLT Arabic 55 Roman" panose="020B0604020202020204" pitchFamily="34" charset="-78"/>
              <a:cs typeface="HelveticaNeueLT Arabic 55 Roman" panose="020B0604020202020204" pitchFamily="34" charset="-78"/>
            </a:endParaRPr>
          </a:p>
        </p:txBody>
      </p:sp>
      <p:sp>
        <p:nvSpPr>
          <p:cNvPr id="18" name="Text 16"/>
          <p:cNvSpPr/>
          <p:nvPr/>
        </p:nvSpPr>
        <p:spPr>
          <a:xfrm>
            <a:off x="777240" y="4526280"/>
            <a:ext cx="3246120" cy="640080"/>
          </a:xfrm>
          <a:prstGeom prst="rect">
            <a:avLst/>
          </a:prstGeom>
          <a:noFill/>
          <a:ln/>
        </p:spPr>
        <p:txBody>
          <a:bodyPr wrap="square" rtlCol="0" anchor="ctr"/>
          <a:lstStyle/>
          <a:p>
            <a:pPr marL="0" indent="0" algn="ct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نمو إيجارات الشقق</a:t>
            </a:r>
            <a:endParaRPr lang="en-US" sz="1200" dirty="0">
              <a:latin typeface="HelveticaNeueLT Arabic 55 Roman" panose="020B0604020202020204" pitchFamily="34" charset="-78"/>
              <a:cs typeface="HelveticaNeueLT Arabic 55 Roman" panose="020B0604020202020204" pitchFamily="34" charset="-78"/>
            </a:endParaRPr>
          </a:p>
          <a:p>
            <a:pPr marL="0" indent="0" algn="ct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سنوياً في الرياض</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19" name="Text 17"/>
          <p:cNvSpPr/>
          <p:nvPr/>
        </p:nvSpPr>
        <p:spPr>
          <a:xfrm>
            <a:off x="777240" y="5394960"/>
            <a:ext cx="3246120" cy="320040"/>
          </a:xfrm>
          <a:prstGeom prst="rect">
            <a:avLst/>
          </a:prstGeom>
          <a:noFill/>
          <a:ln/>
        </p:spPr>
        <p:txBody>
          <a:bodyPr wrap="square" rtlCol="0" anchor="ctr"/>
          <a:lstStyle/>
          <a:p>
            <a:pPr marL="0" indent="0" algn="ctr" rtl="1">
              <a:buNone/>
            </a:pPr>
            <a:r>
              <a:rPr lang="en-US" sz="950" i="1" dirty="0">
                <a:solidFill>
                  <a:srgbClr val="2F5D5D"/>
                </a:solidFill>
                <a:latin typeface="HelveticaNeueLT Arabic 55 Roman" panose="020B0604020202020204" pitchFamily="34" charset="-78"/>
                <a:ea typeface="Arial" pitchFamily="34" charset="-122"/>
                <a:cs typeface="HelveticaNeueLT Arabic 55 Roman" panose="020B0604020202020204" pitchFamily="34" charset="-78"/>
              </a:rPr>
              <a:t>JLL، مطلع 2026</a:t>
            </a:r>
            <a:endParaRPr lang="en-US" sz="950" dirty="0">
              <a:latin typeface="HelveticaNeueLT Arabic 55 Roman" panose="020B0604020202020204" pitchFamily="34" charset="-78"/>
              <a:cs typeface="HelveticaNeueLT Arabic 55 Roman" panose="020B0604020202020204" pitchFamily="34" charset="-78"/>
            </a:endParaRPr>
          </a:p>
        </p:txBody>
      </p:sp>
      <p:sp>
        <p:nvSpPr>
          <p:cNvPr id="20" name="Shape 18"/>
          <p:cNvSpPr/>
          <p:nvPr/>
        </p:nvSpPr>
        <p:spPr>
          <a:xfrm>
            <a:off x="4389120" y="3749040"/>
            <a:ext cx="3520440" cy="2011680"/>
          </a:xfrm>
          <a:prstGeom prst="roundRect">
            <a:avLst>
              <a:gd name="adj" fmla="val 2727"/>
            </a:avLst>
          </a:prstGeom>
          <a:solidFill>
            <a:srgbClr val="F2F0EA"/>
          </a:solidFill>
          <a:ln/>
        </p:spPr>
        <p:txBody>
          <a:bodyPr/>
          <a:lstStyle/>
          <a:p>
            <a:pPr algn="ctr" rtl="1"/>
            <a:endParaRPr lang="en-US">
              <a:latin typeface="HelveticaNeueLT Arabic 55 Roman" panose="020B0604020202020204" pitchFamily="34" charset="-78"/>
              <a:cs typeface="HelveticaNeueLT Arabic 55 Roman" panose="020B0604020202020204" pitchFamily="34" charset="-78"/>
            </a:endParaRPr>
          </a:p>
        </p:txBody>
      </p:sp>
      <p:sp>
        <p:nvSpPr>
          <p:cNvPr id="21" name="Text 19"/>
          <p:cNvSpPr/>
          <p:nvPr/>
        </p:nvSpPr>
        <p:spPr>
          <a:xfrm>
            <a:off x="4526280" y="3886200"/>
            <a:ext cx="3246120" cy="685800"/>
          </a:xfrm>
          <a:prstGeom prst="rect">
            <a:avLst/>
          </a:prstGeom>
          <a:noFill/>
          <a:ln/>
        </p:spPr>
        <p:txBody>
          <a:bodyPr wrap="square" rtlCol="0" anchor="ctr"/>
          <a:lstStyle/>
          <a:p>
            <a:pPr marL="0" indent="0" algn="ctr" rtl="1">
              <a:buNone/>
            </a:pPr>
            <a:r>
              <a:rPr lang="en-US" sz="26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+17.2%</a:t>
            </a:r>
            <a:endParaRPr lang="en-US" sz="2600" dirty="0">
              <a:latin typeface="HelveticaNeueLT Arabic 55 Roman" panose="020B0604020202020204" pitchFamily="34" charset="-78"/>
              <a:cs typeface="HelveticaNeueLT Arabic 55 Roman" panose="020B0604020202020204" pitchFamily="34" charset="-78"/>
            </a:endParaRPr>
          </a:p>
        </p:txBody>
      </p:sp>
      <p:sp>
        <p:nvSpPr>
          <p:cNvPr id="22" name="Text 20"/>
          <p:cNvSpPr/>
          <p:nvPr/>
        </p:nvSpPr>
        <p:spPr>
          <a:xfrm>
            <a:off x="4526280" y="4526280"/>
            <a:ext cx="3246120" cy="640080"/>
          </a:xfrm>
          <a:prstGeom prst="rect">
            <a:avLst/>
          </a:prstGeom>
          <a:noFill/>
          <a:ln/>
        </p:spPr>
        <p:txBody>
          <a:bodyPr wrap="square" rtlCol="0" anchor="ctr"/>
          <a:lstStyle/>
          <a:p>
            <a:pPr marL="0" indent="0" algn="ct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نمو إيجارات الفلل</a:t>
            </a:r>
            <a:endParaRPr lang="en-US" sz="1200" dirty="0">
              <a:latin typeface="HelveticaNeueLT Arabic 55 Roman" panose="020B0604020202020204" pitchFamily="34" charset="-78"/>
              <a:cs typeface="HelveticaNeueLT Arabic 55 Roman" panose="020B0604020202020204" pitchFamily="34" charset="-78"/>
            </a:endParaRPr>
          </a:p>
          <a:p>
            <a:pPr marL="0" indent="0" algn="ct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سنوياً في الرياض</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23" name="Text 21"/>
          <p:cNvSpPr/>
          <p:nvPr/>
        </p:nvSpPr>
        <p:spPr>
          <a:xfrm>
            <a:off x="4526280" y="5394960"/>
            <a:ext cx="3246120" cy="320040"/>
          </a:xfrm>
          <a:prstGeom prst="rect">
            <a:avLst/>
          </a:prstGeom>
          <a:noFill/>
          <a:ln/>
        </p:spPr>
        <p:txBody>
          <a:bodyPr wrap="square" rtlCol="0" anchor="ctr"/>
          <a:lstStyle/>
          <a:p>
            <a:pPr marL="0" indent="0" algn="ctr" rtl="1">
              <a:buNone/>
            </a:pPr>
            <a:r>
              <a:rPr lang="en-US" sz="950" i="1" dirty="0">
                <a:solidFill>
                  <a:srgbClr val="2F5D5D"/>
                </a:solidFill>
                <a:latin typeface="HelveticaNeueLT Arabic 55 Roman" panose="020B0604020202020204" pitchFamily="34" charset="-78"/>
                <a:ea typeface="Arial" pitchFamily="34" charset="-122"/>
                <a:cs typeface="HelveticaNeueLT Arabic 55 Roman" panose="020B0604020202020204" pitchFamily="34" charset="-78"/>
              </a:rPr>
              <a:t>JLL، مطلع 2026</a:t>
            </a:r>
            <a:endParaRPr lang="en-US" sz="950" dirty="0">
              <a:latin typeface="HelveticaNeueLT Arabic 55 Roman" panose="020B0604020202020204" pitchFamily="34" charset="-78"/>
              <a:cs typeface="HelveticaNeueLT Arabic 55 Roman" panose="020B0604020202020204" pitchFamily="34" charset="-78"/>
            </a:endParaRPr>
          </a:p>
        </p:txBody>
      </p:sp>
      <p:sp>
        <p:nvSpPr>
          <p:cNvPr id="24" name="Shape 22"/>
          <p:cNvSpPr/>
          <p:nvPr/>
        </p:nvSpPr>
        <p:spPr>
          <a:xfrm>
            <a:off x="8138160" y="3749040"/>
            <a:ext cx="3520440" cy="2011680"/>
          </a:xfrm>
          <a:prstGeom prst="roundRect">
            <a:avLst>
              <a:gd name="adj" fmla="val 2727"/>
            </a:avLst>
          </a:prstGeom>
          <a:solidFill>
            <a:srgbClr val="F2F0EA"/>
          </a:solidFill>
          <a:ln/>
        </p:spPr>
        <p:txBody>
          <a:bodyPr/>
          <a:lstStyle/>
          <a:p>
            <a:pPr algn="ctr" rtl="1"/>
            <a:endParaRPr lang="en-US">
              <a:latin typeface="HelveticaNeueLT Arabic 55 Roman" panose="020B0604020202020204" pitchFamily="34" charset="-78"/>
              <a:cs typeface="HelveticaNeueLT Arabic 55 Roman" panose="020B0604020202020204" pitchFamily="34" charset="-78"/>
            </a:endParaRPr>
          </a:p>
        </p:txBody>
      </p:sp>
      <p:sp>
        <p:nvSpPr>
          <p:cNvPr id="25" name="Text 23"/>
          <p:cNvSpPr/>
          <p:nvPr/>
        </p:nvSpPr>
        <p:spPr>
          <a:xfrm>
            <a:off x="8275320" y="3886200"/>
            <a:ext cx="3246120" cy="685800"/>
          </a:xfrm>
          <a:prstGeom prst="rect">
            <a:avLst/>
          </a:prstGeom>
          <a:noFill/>
          <a:ln/>
        </p:spPr>
        <p:txBody>
          <a:bodyPr wrap="square" rtlCol="0" anchor="ctr"/>
          <a:lstStyle/>
          <a:p>
            <a:pPr marL="0" indent="0" algn="ctr" rtl="1">
              <a:buNone/>
            </a:pPr>
            <a:r>
              <a:rPr lang="en-US" sz="26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800K+</a:t>
            </a:r>
            <a:endParaRPr lang="en-US" sz="2600" dirty="0">
              <a:latin typeface="HelveticaNeueLT Arabic 55 Roman" panose="020B0604020202020204" pitchFamily="34" charset="-78"/>
              <a:cs typeface="HelveticaNeueLT Arabic 55 Roman" panose="020B0604020202020204" pitchFamily="34" charset="-78"/>
            </a:endParaRPr>
          </a:p>
        </p:txBody>
      </p:sp>
      <p:sp>
        <p:nvSpPr>
          <p:cNvPr id="26" name="Text 24"/>
          <p:cNvSpPr/>
          <p:nvPr/>
        </p:nvSpPr>
        <p:spPr>
          <a:xfrm>
            <a:off x="8275320" y="4526280"/>
            <a:ext cx="3246120" cy="640080"/>
          </a:xfrm>
          <a:prstGeom prst="rect">
            <a:avLst/>
          </a:prstGeom>
          <a:noFill/>
          <a:ln/>
        </p:spPr>
        <p:txBody>
          <a:bodyPr wrap="square" rtlCol="0" anchor="ctr"/>
          <a:lstStyle/>
          <a:p>
            <a:pPr marL="0" indent="0" algn="ct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عجز سكني تراكمي متوقع</a:t>
            </a:r>
            <a:endParaRPr lang="en-US" sz="1200" dirty="0">
              <a:latin typeface="HelveticaNeueLT Arabic 55 Roman" panose="020B0604020202020204" pitchFamily="34" charset="-78"/>
              <a:cs typeface="HelveticaNeueLT Arabic 55 Roman" panose="020B0604020202020204" pitchFamily="34" charset="-78"/>
            </a:endParaRPr>
          </a:p>
          <a:p>
            <a:pPr marL="0" indent="0" algn="ct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بحلول 2030</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27" name="Text 25"/>
          <p:cNvSpPr/>
          <p:nvPr/>
        </p:nvSpPr>
        <p:spPr>
          <a:xfrm>
            <a:off x="8275320" y="5394960"/>
            <a:ext cx="3246120" cy="320040"/>
          </a:xfrm>
          <a:prstGeom prst="rect">
            <a:avLst/>
          </a:prstGeom>
          <a:noFill/>
          <a:ln/>
        </p:spPr>
        <p:txBody>
          <a:bodyPr wrap="square" rtlCol="0" anchor="ctr"/>
          <a:lstStyle/>
          <a:p>
            <a:pPr marL="0" indent="0" algn="ctr" rtl="1">
              <a:buNone/>
            </a:pPr>
            <a:r>
              <a:rPr lang="en-US" sz="950" i="1" dirty="0">
                <a:solidFill>
                  <a:srgbClr val="2F5D5D"/>
                </a:solidFill>
                <a:latin typeface="HelveticaNeueLT Arabic 55 Roman" panose="020B0604020202020204" pitchFamily="34" charset="-78"/>
                <a:ea typeface="Arial" pitchFamily="34" charset="-122"/>
                <a:cs typeface="HelveticaNeueLT Arabic 55 Roman" panose="020B0604020202020204" pitchFamily="34" charset="-78"/>
              </a:rPr>
              <a:t>تقارير قطاع الإسكان</a:t>
            </a:r>
            <a:endParaRPr lang="en-US" sz="950" dirty="0">
              <a:latin typeface="HelveticaNeueLT Arabic 55 Roman" panose="020B0604020202020204" pitchFamily="34" charset="-78"/>
              <a:cs typeface="HelveticaNeueLT Arabic 55 Roman" panose="020B0604020202020204" pitchFamily="34" charset="-78"/>
            </a:endParaRPr>
          </a:p>
        </p:txBody>
      </p:sp>
      <p:sp>
        <p:nvSpPr>
          <p:cNvPr id="28" name="Text 26"/>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29" name="Text 27"/>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10</a:t>
            </a:r>
            <a:endParaRPr lang="en-US" sz="9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423160" y="457200"/>
            <a:ext cx="9144000" cy="502920"/>
          </a:xfrm>
          <a:prstGeom prst="rect">
            <a:avLst/>
          </a:prstGeom>
          <a:noFill/>
          <a:ln/>
        </p:spPr>
        <p:txBody>
          <a:bodyPr wrap="square" rtlCol="0" anchor="ctr"/>
          <a:lstStyle/>
          <a:p>
            <a:pPr marL="0" indent="0" algn="r" rtl="1">
              <a:buNone/>
            </a:pPr>
            <a:r>
              <a:rPr lang="en-US" sz="28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تحليل السيناريو والحساسية</a:t>
            </a:r>
            <a:endParaRPr lang="en-US" sz="2800" dirty="0">
              <a:latin typeface="HelveticaNeueLT Arabic 55 Roman" panose="020B0604020202020204" pitchFamily="34" charset="-78"/>
              <a:cs typeface="HelveticaNeueLT Arabic 55 Roman" panose="020B0604020202020204" pitchFamily="34" charset="-78"/>
            </a:endParaRPr>
          </a:p>
        </p:txBody>
      </p:sp>
      <p:sp>
        <p:nvSpPr>
          <p:cNvPr id="3" name="Text 1"/>
          <p:cNvSpPr/>
          <p:nvPr/>
        </p:nvSpPr>
        <p:spPr>
          <a:xfrm>
            <a:off x="1965960" y="960120"/>
            <a:ext cx="9601200" cy="365760"/>
          </a:xfrm>
          <a:prstGeom prst="rect">
            <a:avLst/>
          </a:prstGeom>
          <a:noFill/>
          <a:ln/>
        </p:spPr>
        <p:txBody>
          <a:bodyPr wrap="square" rtlCol="0" anchor="ctr"/>
          <a:lstStyle/>
          <a:p>
            <a:pPr marL="0" indent="0" algn="r" rtl="1">
              <a:buNone/>
            </a:pP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سيناريوهات مؤشر السعر العام لأربعة أرباع قادمة (2026Q3–2027Q2)</a:t>
            </a:r>
            <a:endParaRPr lang="en-US" sz="1300" dirty="0">
              <a:latin typeface="HelveticaNeueLT Arabic 55 Roman" panose="020B0604020202020204" pitchFamily="34" charset="-78"/>
              <a:cs typeface="HelveticaNeueLT Arabic 55 Roman" panose="020B0604020202020204" pitchFamily="34" charset="-78"/>
            </a:endParaRPr>
          </a:p>
        </p:txBody>
      </p:sp>
      <p:graphicFrame>
        <p:nvGraphicFramePr>
          <p:cNvPr id="4" name="Chart 0"/>
          <p:cNvGraphicFramePr/>
          <p:nvPr>
            <p:extLst>
              <p:ext uri="{D42A27DB-BD31-4B8C-83A1-F6EECF244321}">
                <p14:modId xmlns:p14="http://schemas.microsoft.com/office/powerpoint/2010/main" val="2148878751"/>
              </p:ext>
            </p:extLst>
          </p:nvPr>
        </p:nvGraphicFramePr>
        <p:xfrm>
          <a:off x="548640" y="1463040"/>
          <a:ext cx="722376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001000" y="1463040"/>
            <a:ext cx="3566160" cy="4526280"/>
          </a:xfrm>
          <a:prstGeom prst="roundRect">
            <a:avLst>
              <a:gd name="adj" fmla="val 1538"/>
            </a:avLst>
          </a:prstGeom>
          <a:solidFill>
            <a:srgbClr val="F2F0EA"/>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6" name="Text 3"/>
          <p:cNvSpPr/>
          <p:nvPr/>
        </p:nvSpPr>
        <p:spPr>
          <a:xfrm>
            <a:off x="8229600" y="1691640"/>
            <a:ext cx="3108960" cy="365760"/>
          </a:xfrm>
          <a:prstGeom prst="rect">
            <a:avLst/>
          </a:prstGeom>
          <a:noFill/>
          <a:ln/>
        </p:spPr>
        <p:txBody>
          <a:bodyPr wrap="square" rtlCol="0" anchor="ctr"/>
          <a:lstStyle/>
          <a:p>
            <a:pPr marL="0" indent="0" algn="r" rtl="1">
              <a:buNone/>
            </a:pPr>
            <a:r>
              <a:rPr lang="en-US" sz="14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منطق السيناريوهات</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7" name="Text 4"/>
          <p:cNvSpPr/>
          <p:nvPr/>
        </p:nvSpPr>
        <p:spPr>
          <a:xfrm>
            <a:off x="8229600" y="2148840"/>
            <a:ext cx="3108960" cy="320040"/>
          </a:xfrm>
          <a:prstGeom prst="rect">
            <a:avLst/>
          </a:prstGeom>
          <a:noFill/>
          <a:ln/>
        </p:spPr>
        <p:txBody>
          <a:bodyPr wrap="square" rtlCol="0" anchor="ctr"/>
          <a:lstStyle/>
          <a:p>
            <a:pPr marL="0" indent="0" algn="r" rtl="1">
              <a:buNone/>
            </a:pPr>
            <a:r>
              <a:rPr lang="en-US" sz="1300" b="1" dirty="0">
                <a:solidFill>
                  <a:srgbClr val="3F7A55"/>
                </a:solidFill>
                <a:latin typeface="HelveticaNeueLT Arabic 55 Roman" panose="020B0604020202020204" pitchFamily="34" charset="-78"/>
                <a:ea typeface="Arial" pitchFamily="34" charset="-122"/>
                <a:cs typeface="HelveticaNeueLT Arabic 55 Roman" panose="020B0604020202020204" pitchFamily="34" charset="-78"/>
              </a:rPr>
              <a:t>متفائل</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8" name="Text 5"/>
          <p:cNvSpPr/>
          <p:nvPr/>
        </p:nvSpPr>
        <p:spPr>
          <a:xfrm>
            <a:off x="8229600" y="2468880"/>
            <a:ext cx="3108960" cy="777240"/>
          </a:xfrm>
          <a:prstGeom prst="rect">
            <a:avLst/>
          </a:prstGeom>
          <a:noFill/>
          <a:ln/>
        </p:spPr>
        <p:txBody>
          <a:bodyPr wrap="square" rtlCol="0" anchor="ctr"/>
          <a:lstStyle/>
          <a:p>
            <a:pPr marL="0" indent="0" algn="r" rtl="1">
              <a:lnSpc>
                <a:spcPct val="125000"/>
              </a:lnSpc>
              <a:buNone/>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استمرار زخم نمو الرياض والأراضي السكنية بمعدل مشابه للأرباع الأخيرة</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9" name="Text 6"/>
          <p:cNvSpPr/>
          <p:nvPr/>
        </p:nvSpPr>
        <p:spPr>
          <a:xfrm>
            <a:off x="8229600" y="3337560"/>
            <a:ext cx="3108960" cy="320040"/>
          </a:xfrm>
          <a:prstGeom prst="rect">
            <a:avLst/>
          </a:prstGeom>
          <a:noFill/>
          <a:ln/>
        </p:spPr>
        <p:txBody>
          <a:bodyPr wrap="square" rtlCol="0" anchor="ctr"/>
          <a:lstStyle/>
          <a:p>
            <a:pPr marL="0" indent="0" algn="r" rtl="1">
              <a:buNone/>
            </a:pPr>
            <a:r>
              <a:rPr lang="en-US" sz="13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أساسي</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10" name="Text 7"/>
          <p:cNvSpPr/>
          <p:nvPr/>
        </p:nvSpPr>
        <p:spPr>
          <a:xfrm>
            <a:off x="8229600" y="3657600"/>
            <a:ext cx="3108960" cy="777240"/>
          </a:xfrm>
          <a:prstGeom prst="rect">
            <a:avLst/>
          </a:prstGeom>
          <a:noFill/>
          <a:ln/>
        </p:spPr>
        <p:txBody>
          <a:bodyPr wrap="square" rtlCol="0" anchor="ctr"/>
          <a:lstStyle/>
          <a:p>
            <a:pPr marL="0" indent="0" algn="r" rtl="1">
              <a:lnSpc>
                <a:spcPct val="125000"/>
              </a:lnSpc>
              <a:buNone/>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تمهيد أسي (Holt) على السلسلة الكاملة — يفترض استمرار الاتجاه التاريخي المتوسط</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11" name="Text 8"/>
          <p:cNvSpPr/>
          <p:nvPr/>
        </p:nvSpPr>
        <p:spPr>
          <a:xfrm>
            <a:off x="8229600" y="4526280"/>
            <a:ext cx="3108960" cy="320040"/>
          </a:xfrm>
          <a:prstGeom prst="rect">
            <a:avLst/>
          </a:prstGeom>
          <a:noFill/>
          <a:ln/>
        </p:spPr>
        <p:txBody>
          <a:bodyPr wrap="square" rtlCol="0" anchor="ctr"/>
          <a:lstStyle/>
          <a:p>
            <a:pPr marL="0" indent="0" algn="r" rtl="1">
              <a:buNone/>
            </a:pPr>
            <a:r>
              <a:rPr lang="en-US" sz="1300" b="1" dirty="0">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متحفظ</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12" name="Text 9"/>
          <p:cNvSpPr/>
          <p:nvPr/>
        </p:nvSpPr>
        <p:spPr>
          <a:xfrm>
            <a:off x="8229600" y="4846320"/>
            <a:ext cx="3108960" cy="777240"/>
          </a:xfrm>
          <a:prstGeom prst="rect">
            <a:avLst/>
          </a:prstGeom>
          <a:noFill/>
          <a:ln/>
        </p:spPr>
        <p:txBody>
          <a:bodyPr wrap="square" rtlCol="0" anchor="ctr"/>
          <a:lstStyle/>
          <a:p>
            <a:pPr marL="0" indent="0" algn="r" rtl="1">
              <a:lnSpc>
                <a:spcPct val="125000"/>
              </a:lnSpc>
              <a:buNone/>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تباطؤ إلى معدل نمو شبه صفري، يعكس مخاطر تشبع أو تشديد تمويلي</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13" name="Shape 10"/>
          <p:cNvSpPr/>
          <p:nvPr/>
        </p:nvSpPr>
        <p:spPr>
          <a:xfrm>
            <a:off x="8229600" y="5760720"/>
            <a:ext cx="310896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14" name="Text 11"/>
          <p:cNvSpPr/>
          <p:nvPr/>
        </p:nvSpPr>
        <p:spPr>
          <a:xfrm>
            <a:off x="8229600" y="5897880"/>
            <a:ext cx="3108960" cy="1005840"/>
          </a:xfrm>
          <a:prstGeom prst="rect">
            <a:avLst/>
          </a:prstGeom>
          <a:noFill/>
          <a:ln/>
        </p:spPr>
        <p:txBody>
          <a:bodyPr wrap="square" rtlCol="0" anchor="ctr"/>
          <a:lstStyle/>
          <a:p>
            <a:pPr marL="0" indent="0" algn="r" rtl="1">
              <a:lnSpc>
                <a:spcPct val="130000"/>
              </a:lnSpc>
              <a:buNone/>
            </a:pPr>
            <a:r>
              <a:rPr lang="en-US" sz="1050" i="1"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هذه سيناريوهات لمؤشر السعر فقط، وليست سيناريوهات عائد استثماري (IRR/NPV) — تلك تتطلب بيانات تدفقات نقدية لمشروع فعلي.</a:t>
            </a:r>
            <a:endParaRPr lang="en-US" sz="1050" dirty="0">
              <a:latin typeface="HelveticaNeueLT Arabic 55 Roman" panose="020B0604020202020204" pitchFamily="34" charset="-78"/>
              <a:cs typeface="HelveticaNeueLT Arabic 55 Roman" panose="020B0604020202020204" pitchFamily="34" charset="-78"/>
            </a:endParaRPr>
          </a:p>
        </p:txBody>
      </p:sp>
      <p:sp>
        <p:nvSpPr>
          <p:cNvPr id="15" name="Text 12"/>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16" name="Text 13"/>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11</a:t>
            </a:r>
            <a:endParaRPr lang="en-US" sz="9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502920"/>
          </a:xfrm>
          <a:prstGeom prst="rect">
            <a:avLst/>
          </a:prstGeom>
          <a:noFill/>
          <a:ln/>
        </p:spPr>
        <p:txBody>
          <a:bodyPr wrap="square" rtlCol="0" anchor="ctr"/>
          <a:lstStyle/>
          <a:p>
            <a:pPr marL="0" indent="0" algn="r" rtl="1">
              <a:buNone/>
            </a:pPr>
            <a:r>
              <a:rPr lang="en-US" sz="28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إطار عمل IRR / NPV</a:t>
            </a:r>
            <a:endParaRPr lang="en-US" sz="2800" dirty="0">
              <a:latin typeface="HelveticaNeueLT Arabic 55 Roman" panose="020B0604020202020204" pitchFamily="34" charset="-78"/>
              <a:cs typeface="HelveticaNeueLT Arabic 55 Roman" panose="020B0604020202020204" pitchFamily="34" charset="-78"/>
            </a:endParaRPr>
          </a:p>
        </p:txBody>
      </p:sp>
      <p:sp>
        <p:nvSpPr>
          <p:cNvPr id="3" name="Shape 1"/>
          <p:cNvSpPr/>
          <p:nvPr/>
        </p:nvSpPr>
        <p:spPr>
          <a:xfrm>
            <a:off x="7863840" y="475488"/>
            <a:ext cx="3657600" cy="457200"/>
          </a:xfrm>
          <a:prstGeom prst="roundRect">
            <a:avLst>
              <a:gd name="adj" fmla="val 50000"/>
            </a:avLst>
          </a:prstGeom>
          <a:solidFill>
            <a:srgbClr val="F5EAE8"/>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4" name="Text 2"/>
          <p:cNvSpPr/>
          <p:nvPr/>
        </p:nvSpPr>
        <p:spPr>
          <a:xfrm>
            <a:off x="7863840" y="475488"/>
            <a:ext cx="3657600" cy="457200"/>
          </a:xfrm>
          <a:prstGeom prst="rect">
            <a:avLst/>
          </a:prstGeom>
          <a:noFill/>
          <a:ln/>
        </p:spPr>
        <p:txBody>
          <a:bodyPr wrap="square" rtlCol="0" anchor="ctr"/>
          <a:lstStyle/>
          <a:p>
            <a:pPr marL="0" indent="0" algn="r" rtl="1">
              <a:buNone/>
            </a:pPr>
            <a:r>
              <a:rPr lang="en-US" sz="1200" b="1" dirty="0">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توضيحي — أرقام افتراضية فقط</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5" name="Shape 3"/>
          <p:cNvSpPr/>
          <p:nvPr/>
        </p:nvSpPr>
        <p:spPr>
          <a:xfrm>
            <a:off x="640080" y="1234440"/>
            <a:ext cx="5212080" cy="1417320"/>
          </a:xfrm>
          <a:prstGeom prst="roundRect">
            <a:avLst>
              <a:gd name="adj" fmla="val 3871"/>
            </a:avLst>
          </a:prstGeom>
          <a:solidFill>
            <a:srgbClr val="F2F0EA"/>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6" name="Text 4"/>
          <p:cNvSpPr/>
          <p:nvPr/>
        </p:nvSpPr>
        <p:spPr>
          <a:xfrm>
            <a:off x="868680" y="1371600"/>
            <a:ext cx="4754880" cy="457200"/>
          </a:xfrm>
          <a:prstGeom prst="rect">
            <a:avLst/>
          </a:prstGeom>
          <a:noFill/>
          <a:ln/>
        </p:spPr>
        <p:txBody>
          <a:bodyPr wrap="square" rtlCol="0" anchor="ctr"/>
          <a:lstStyle/>
          <a:p>
            <a:pPr marL="0" indent="0" algn="l">
              <a:buNone/>
            </a:pPr>
            <a:r>
              <a:rPr lang="en-US" sz="14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NPV = Σ [CFₜ ÷ (1+r)ᵗ] − الاستثمار الأولي</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7" name="Text 5"/>
          <p:cNvSpPr/>
          <p:nvPr/>
        </p:nvSpPr>
        <p:spPr>
          <a:xfrm>
            <a:off x="868680" y="1920240"/>
            <a:ext cx="4754880" cy="457200"/>
          </a:xfrm>
          <a:prstGeom prst="rect">
            <a:avLst/>
          </a:prstGeom>
          <a:noFill/>
          <a:ln/>
        </p:spPr>
        <p:txBody>
          <a:bodyPr wrap="square" rtlCol="0" anchor="ctr"/>
          <a:lstStyle/>
          <a:p>
            <a:pPr marL="0" indent="0" algn="l">
              <a:buNone/>
            </a:pPr>
            <a:r>
              <a:rPr lang="en-US" sz="14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IRR = القيمة r التي تجعل NPV = صفر</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8" name="Text 6"/>
          <p:cNvSpPr/>
          <p:nvPr/>
        </p:nvSpPr>
        <p:spPr>
          <a:xfrm>
            <a:off x="640080" y="2788920"/>
            <a:ext cx="5212080" cy="365760"/>
          </a:xfrm>
          <a:prstGeom prst="rect">
            <a:avLst/>
          </a:prstGeom>
          <a:noFill/>
          <a:ln/>
        </p:spPr>
        <p:txBody>
          <a:bodyPr wrap="square" rtlCol="0" anchor="ctr"/>
          <a:lstStyle/>
          <a:p>
            <a:pPr marL="0" indent="0" algn="r" rtl="1">
              <a:buNone/>
            </a:pPr>
            <a:r>
              <a:rPr lang="en-US" sz="1350" b="1"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المدخلات المطلوبة من المشروع الفعلي:</a:t>
            </a:r>
            <a:endParaRPr lang="en-US" sz="1350" dirty="0">
              <a:latin typeface="HelveticaNeueLT Arabic 55 Roman" panose="020B0604020202020204" pitchFamily="34" charset="-78"/>
              <a:cs typeface="HelveticaNeueLT Arabic 55 Roman" panose="020B0604020202020204" pitchFamily="34" charset="-78"/>
            </a:endParaRPr>
          </a:p>
        </p:txBody>
      </p:sp>
      <p:sp>
        <p:nvSpPr>
          <p:cNvPr id="9" name="Text 7"/>
          <p:cNvSpPr/>
          <p:nvPr/>
        </p:nvSpPr>
        <p:spPr>
          <a:xfrm>
            <a:off x="640080" y="3200400"/>
            <a:ext cx="5212080" cy="2651760"/>
          </a:xfrm>
          <a:prstGeom prst="rect">
            <a:avLst/>
          </a:prstGeom>
          <a:noFill/>
          <a:ln/>
        </p:spPr>
        <p:txBody>
          <a:bodyPr wrap="square" rtlCol="0" anchor="ctr"/>
          <a:lstStyle/>
          <a:p>
            <a:pPr marL="342900" indent="-342900" algn="r" rtl="1">
              <a:lnSpc>
                <a:spcPct val="125000"/>
              </a:lnSpc>
              <a:spcAft>
                <a:spcPts val="800"/>
              </a:spcAft>
              <a:buSzPct val="100000"/>
              <a:buChar char="•"/>
            </a:pPr>
            <a:r>
              <a:rPr lang="en-US"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تكلفة الأرض </a:t>
            </a:r>
            <a:r>
              <a:rPr lang="en-US" sz="1250" dirty="0" err="1">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والبناء</a:t>
            </a:r>
            <a:r>
              <a:rPr lang="en-US"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 </a:t>
            </a:r>
            <a:r>
              <a:rPr lang="ar-SA"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a:t>
            </a:r>
            <a:r>
              <a:rPr lang="en-US" sz="1250" dirty="0" err="1">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رأس</a:t>
            </a:r>
            <a:r>
              <a:rPr lang="en-US"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 </a:t>
            </a:r>
            <a:r>
              <a:rPr lang="en-US" sz="1250" dirty="0" err="1">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المال</a:t>
            </a:r>
            <a:r>
              <a:rPr lang="en-US"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 </a:t>
            </a:r>
            <a:r>
              <a:rPr lang="en-US" sz="1250" dirty="0" err="1">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المستثمر</a:t>
            </a:r>
            <a:r>
              <a:rPr lang="ar-SA"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a:t>
            </a:r>
            <a:endParaRPr lang="en-US" sz="125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5000"/>
              </a:lnSpc>
              <a:spcAft>
                <a:spcPts val="800"/>
              </a:spcAft>
              <a:buSzPct val="100000"/>
              <a:buChar char="•"/>
            </a:pPr>
            <a:r>
              <a:rPr lang="en-US"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الجدول الزمني للتنفيذ والتسليم</a:t>
            </a:r>
            <a:endParaRPr lang="en-US" sz="125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5000"/>
              </a:lnSpc>
              <a:spcAft>
                <a:spcPts val="800"/>
              </a:spcAft>
              <a:buSzPct val="100000"/>
              <a:buChar char="•"/>
            </a:pPr>
            <a:r>
              <a:rPr lang="en-US"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سعر البيع أو الإيجار المتوقع لكل وحدة</a:t>
            </a:r>
            <a:endParaRPr lang="en-US" sz="125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5000"/>
              </a:lnSpc>
              <a:spcAft>
                <a:spcPts val="800"/>
              </a:spcAft>
              <a:buSzPct val="100000"/>
              <a:buChar char="•"/>
            </a:pPr>
            <a:r>
              <a:rPr lang="en-US"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معدل </a:t>
            </a:r>
            <a:r>
              <a:rPr lang="en-US" sz="1250" dirty="0" err="1">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الخصم</a:t>
            </a:r>
            <a:r>
              <a:rPr lang="en-US"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 </a:t>
            </a:r>
            <a:r>
              <a:rPr lang="ar-SA"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a:t>
            </a:r>
            <a:r>
              <a:rPr lang="en-US" sz="1250" dirty="0" err="1">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تكلفة</a:t>
            </a:r>
            <a:r>
              <a:rPr lang="en-US"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 رأس المال / WACC</a:t>
            </a:r>
            <a:r>
              <a:rPr lang="ar-SA"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a:t>
            </a:r>
            <a:endParaRPr lang="en-US" sz="125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5000"/>
              </a:lnSpc>
              <a:spcAft>
                <a:spcPts val="800"/>
              </a:spcAft>
              <a:buSzPct val="100000"/>
              <a:buChar char="•"/>
            </a:pPr>
            <a:r>
              <a:rPr lang="en-US"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معدل الإشغال أو الامتصاص المتوقع</a:t>
            </a:r>
            <a:endParaRPr lang="en-US" sz="1250" dirty="0">
              <a:latin typeface="HelveticaNeueLT Arabic 55 Roman" panose="020B0604020202020204" pitchFamily="34" charset="-78"/>
              <a:cs typeface="HelveticaNeueLT Arabic 55 Roman" panose="020B0604020202020204" pitchFamily="34" charset="-78"/>
            </a:endParaRPr>
          </a:p>
        </p:txBody>
      </p:sp>
      <p:sp>
        <p:nvSpPr>
          <p:cNvPr id="10" name="Text 8"/>
          <p:cNvSpPr/>
          <p:nvPr/>
        </p:nvSpPr>
        <p:spPr>
          <a:xfrm>
            <a:off x="6309360" y="1234440"/>
            <a:ext cx="5212080" cy="365760"/>
          </a:xfrm>
          <a:prstGeom prst="rect">
            <a:avLst/>
          </a:prstGeom>
          <a:noFill/>
          <a:ln/>
        </p:spPr>
        <p:txBody>
          <a:bodyPr wrap="square" rtlCol="0" anchor="ctr"/>
          <a:lstStyle/>
          <a:p>
            <a:pPr marL="0" indent="0" algn="r" rtl="1">
              <a:buNone/>
            </a:pPr>
            <a:r>
              <a:rPr lang="en-US" sz="1250" b="1" dirty="0">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مثال </a:t>
            </a:r>
            <a:r>
              <a:rPr lang="en-US" sz="1250" b="1" dirty="0" err="1">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توضيحي</a:t>
            </a:r>
            <a:r>
              <a:rPr lang="en-US" sz="1250" b="1" dirty="0">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 </a:t>
            </a:r>
            <a:r>
              <a:rPr lang="en-US" sz="1250" b="1" dirty="0" err="1">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للمنهجية</a:t>
            </a:r>
            <a:r>
              <a:rPr lang="ar-SA" sz="1250" b="1" dirty="0">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 (</a:t>
            </a:r>
            <a:r>
              <a:rPr lang="en-US" sz="1250" b="1" dirty="0" err="1">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أرقام</a:t>
            </a:r>
            <a:r>
              <a:rPr lang="en-US" sz="1250" b="1" dirty="0">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 افتراضية — غير مرتبطة </a:t>
            </a:r>
            <a:r>
              <a:rPr lang="en-US" sz="1250" b="1" dirty="0" err="1">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بمشروع</a:t>
            </a:r>
            <a:r>
              <a:rPr lang="en-US" sz="1250" b="1" dirty="0">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 </a:t>
            </a:r>
            <a:r>
              <a:rPr lang="en-US" sz="1250" b="1" dirty="0" err="1">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فعلي</a:t>
            </a:r>
            <a:r>
              <a:rPr lang="ar-SA" sz="1250" b="1" dirty="0">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a:t>
            </a:r>
            <a:endParaRPr lang="en-US" sz="1250" dirty="0">
              <a:latin typeface="HelveticaNeueLT Arabic 55 Roman" panose="020B0604020202020204" pitchFamily="34" charset="-78"/>
              <a:cs typeface="HelveticaNeueLT Arabic 55 Roman" panose="020B0604020202020204" pitchFamily="34" charset="-78"/>
            </a:endParaRPr>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309360" y="1691640"/>
          <a:ext cx="5212080" cy="2743202"/>
        </p:xfrm>
        <a:graphic>
          <a:graphicData uri="http://schemas.openxmlformats.org/drawingml/2006/table">
            <a:tbl>
              <a:tblPr/>
              <a:tblGrid>
                <a:gridCol w="260604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tblGrid>
              <a:tr h="391886">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السنة</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تدفق نقدي (SAR)</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91886">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0 (استثمار)</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tc>
                  <a:txBody>
                    <a:bodyPr/>
                    <a:lstStyle/>
                    <a:p>
                      <a:pPr marL="0" indent="0" algn="ctr">
                        <a:buNone/>
                      </a:pPr>
                      <a:r>
                        <a:rPr lang="en-US" sz="1200" dirty="0">
                          <a:solidFill>
                            <a:srgbClr val="A8483D"/>
                          </a:solidFill>
                          <a:latin typeface="Arial" pitchFamily="34" charset="0"/>
                          <a:ea typeface="Arial" pitchFamily="34" charset="-122"/>
                          <a:cs typeface="Arial" pitchFamily="34" charset="-120"/>
                        </a:rPr>
                        <a:t>(10,000,000)</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extLst>
                  <a:ext uri="{0D108BD9-81ED-4DB2-BD59-A6C34878D82A}">
                    <a16:rowId xmlns:a16="http://schemas.microsoft.com/office/drawing/2014/main" val="10001"/>
                  </a:ext>
                </a:extLst>
              </a:tr>
              <a:tr h="391886">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F2F0EA"/>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2,200,000</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F2F0EA"/>
                    </a:solidFill>
                  </a:tcPr>
                </a:tc>
                <a:extLst>
                  <a:ext uri="{0D108BD9-81ED-4DB2-BD59-A6C34878D82A}">
                    <a16:rowId xmlns:a16="http://schemas.microsoft.com/office/drawing/2014/main" val="10002"/>
                  </a:ext>
                </a:extLst>
              </a:tr>
              <a:tr h="391886">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2,600,000</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extLst>
                  <a:ext uri="{0D108BD9-81ED-4DB2-BD59-A6C34878D82A}">
                    <a16:rowId xmlns:a16="http://schemas.microsoft.com/office/drawing/2014/main" val="10003"/>
                  </a:ext>
                </a:extLst>
              </a:tr>
              <a:tr h="391886">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F2F0EA"/>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2,900,000</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F2F0EA"/>
                    </a:solidFill>
                  </a:tcPr>
                </a:tc>
                <a:extLst>
                  <a:ext uri="{0D108BD9-81ED-4DB2-BD59-A6C34878D82A}">
                    <a16:rowId xmlns:a16="http://schemas.microsoft.com/office/drawing/2014/main" val="10004"/>
                  </a:ext>
                </a:extLst>
              </a:tr>
              <a:tr h="391886">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3,100,000</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extLst>
                  <a:ext uri="{0D108BD9-81ED-4DB2-BD59-A6C34878D82A}">
                    <a16:rowId xmlns:a16="http://schemas.microsoft.com/office/drawing/2014/main" val="10005"/>
                  </a:ext>
                </a:extLst>
              </a:tr>
              <a:tr h="391886">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F2F0EA"/>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3,400,000</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F2F0EA"/>
                    </a:solidFill>
                  </a:tcPr>
                </a:tc>
                <a:extLst>
                  <a:ext uri="{0D108BD9-81ED-4DB2-BD59-A6C34878D82A}">
                    <a16:rowId xmlns:a16="http://schemas.microsoft.com/office/drawing/2014/main" val="10006"/>
                  </a:ext>
                </a:extLst>
              </a:tr>
            </a:tbl>
          </a:graphicData>
        </a:graphic>
      </p:graphicFrame>
      <p:sp>
        <p:nvSpPr>
          <p:cNvPr id="12" name="Shape 9"/>
          <p:cNvSpPr/>
          <p:nvPr/>
        </p:nvSpPr>
        <p:spPr>
          <a:xfrm>
            <a:off x="6309360" y="4572000"/>
            <a:ext cx="5212080" cy="1234440"/>
          </a:xfrm>
          <a:prstGeom prst="roundRect">
            <a:avLst>
              <a:gd name="adj" fmla="val 4444"/>
            </a:avLst>
          </a:prstGeom>
          <a:solidFill>
            <a:srgbClr val="24406B"/>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11" name="Text 10"/>
          <p:cNvSpPr/>
          <p:nvPr/>
        </p:nvSpPr>
        <p:spPr>
          <a:xfrm>
            <a:off x="6537960" y="4754880"/>
            <a:ext cx="4754880" cy="457200"/>
          </a:xfrm>
          <a:prstGeom prst="rect">
            <a:avLst/>
          </a:prstGeom>
          <a:noFill/>
          <a:ln/>
        </p:spPr>
        <p:txBody>
          <a:bodyPr wrap="square" rtlCol="0" anchor="ctr"/>
          <a:lstStyle/>
          <a:p>
            <a:pPr marL="0" indent="0" algn="r" rtl="1">
              <a:buNone/>
            </a:pPr>
            <a:r>
              <a:rPr lang="en-US" sz="1300" b="1" dirty="0">
                <a:solidFill>
                  <a:srgbClr val="FFFFFF"/>
                </a:solidFill>
                <a:latin typeface="HelveticaNeueLT Arabic 55 Roman" panose="020B0604020202020204" pitchFamily="34" charset="-78"/>
                <a:ea typeface="Arial" pitchFamily="34" charset="-122"/>
                <a:cs typeface="HelveticaNeueLT Arabic 55 Roman" panose="020B0604020202020204" pitchFamily="34" charset="-78"/>
              </a:rPr>
              <a:t>NPV التوضيحي (r=10%) ≈ 1.86M SAR  ·  IRR التوضيحي ≈ 14.8%</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14" name="Text 11"/>
          <p:cNvSpPr/>
          <p:nvPr/>
        </p:nvSpPr>
        <p:spPr>
          <a:xfrm>
            <a:off x="6537960" y="5166360"/>
            <a:ext cx="4754880" cy="548640"/>
          </a:xfrm>
          <a:prstGeom prst="rect">
            <a:avLst/>
          </a:prstGeom>
          <a:noFill/>
          <a:ln/>
        </p:spPr>
        <p:txBody>
          <a:bodyPr wrap="square" rtlCol="0" anchor="ctr"/>
          <a:lstStyle/>
          <a:p>
            <a:pPr marL="0" indent="0" algn="r" rtl="1">
              <a:lnSpc>
                <a:spcPct val="125000"/>
              </a:lnSpc>
              <a:buNone/>
            </a:pPr>
            <a:r>
              <a:rPr lang="en-US" sz="1050" i="1" dirty="0">
                <a:solidFill>
                  <a:srgbClr val="C7CEDE"/>
                </a:solidFill>
                <a:latin typeface="HelveticaNeueLT Arabic 55 Roman" panose="020B0604020202020204" pitchFamily="34" charset="-78"/>
                <a:ea typeface="Arial" pitchFamily="34" charset="-122"/>
                <a:cs typeface="HelveticaNeueLT Arabic 55 Roman" panose="020B0604020202020204" pitchFamily="34" charset="-78"/>
              </a:rPr>
              <a:t>أرقام مبنية على المثال الافتراضي أعلاه فقط — يجب استبدالها بالكامل ببيانات مشروع حقيقي قبل أي استخدام في القرار.</a:t>
            </a:r>
            <a:endParaRPr lang="en-US" sz="1050" dirty="0">
              <a:latin typeface="HelveticaNeueLT Arabic 55 Roman" panose="020B0604020202020204" pitchFamily="34" charset="-78"/>
              <a:cs typeface="HelveticaNeueLT Arabic 55 Roman" panose="020B0604020202020204" pitchFamily="34" charset="-78"/>
            </a:endParaRPr>
          </a:p>
        </p:txBody>
      </p:sp>
      <p:sp>
        <p:nvSpPr>
          <p:cNvPr id="15" name="Text 12"/>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16" name="Text 13"/>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12</a:t>
            </a:r>
            <a:endParaRPr lang="en-US" sz="9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965960" y="457200"/>
            <a:ext cx="9144000" cy="502920"/>
          </a:xfrm>
          <a:prstGeom prst="rect">
            <a:avLst/>
          </a:prstGeom>
          <a:noFill/>
          <a:ln/>
        </p:spPr>
        <p:txBody>
          <a:bodyPr wrap="square" rtlCol="0" anchor="ctr"/>
          <a:lstStyle/>
          <a:p>
            <a:pPr marL="0" indent="0" algn="r" rtl="1">
              <a:buNone/>
            </a:pPr>
            <a:r>
              <a:rPr lang="en-US" sz="28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المخاطر والفرص</a:t>
            </a:r>
            <a:endParaRPr lang="en-US" sz="2800" dirty="0">
              <a:latin typeface="HelveticaNeueLT Arabic 55 Roman" panose="020B0604020202020204" pitchFamily="34" charset="-78"/>
              <a:cs typeface="HelveticaNeueLT Arabic 55 Roman" panose="020B0604020202020204" pitchFamily="34" charset="-78"/>
            </a:endParaRPr>
          </a:p>
        </p:txBody>
      </p:sp>
      <p:sp>
        <p:nvSpPr>
          <p:cNvPr id="3" name="Text 1"/>
          <p:cNvSpPr/>
          <p:nvPr/>
        </p:nvSpPr>
        <p:spPr>
          <a:xfrm>
            <a:off x="1965960" y="960120"/>
            <a:ext cx="9144000" cy="365760"/>
          </a:xfrm>
          <a:prstGeom prst="rect">
            <a:avLst/>
          </a:prstGeom>
          <a:noFill/>
          <a:ln/>
        </p:spPr>
        <p:txBody>
          <a:bodyPr wrap="square" rtlCol="0" anchor="ctr"/>
          <a:lstStyle/>
          <a:p>
            <a:pPr marL="0" indent="0" algn="r" rtl="1">
              <a:buNone/>
            </a:pP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مصفوفة الاحتمالية × التأثير</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4" name="Shape 2"/>
          <p:cNvSpPr/>
          <p:nvPr/>
        </p:nvSpPr>
        <p:spPr>
          <a:xfrm>
            <a:off x="822960" y="1463040"/>
            <a:ext cx="5074920" cy="2377440"/>
          </a:xfrm>
          <a:prstGeom prst="roundRect">
            <a:avLst>
              <a:gd name="adj" fmla="val 2308"/>
            </a:avLst>
          </a:prstGeom>
          <a:solidFill>
            <a:srgbClr val="F5EAE8"/>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5" name="Text 3"/>
          <p:cNvSpPr/>
          <p:nvPr/>
        </p:nvSpPr>
        <p:spPr>
          <a:xfrm>
            <a:off x="1051560" y="1627632"/>
            <a:ext cx="4617720" cy="365760"/>
          </a:xfrm>
          <a:prstGeom prst="rect">
            <a:avLst/>
          </a:prstGeom>
          <a:noFill/>
          <a:ln/>
        </p:spPr>
        <p:txBody>
          <a:bodyPr wrap="square" rtlCol="0" anchor="ctr"/>
          <a:lstStyle/>
          <a:p>
            <a:pPr marL="0" indent="0" algn="r" rtl="1">
              <a:buNone/>
            </a:pPr>
            <a:r>
              <a:rPr lang="en-US" sz="13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أثر مرتفع / احتمال مرتفع</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6" name="Text 4"/>
          <p:cNvSpPr/>
          <p:nvPr/>
        </p:nvSpPr>
        <p:spPr>
          <a:xfrm>
            <a:off x="1051560" y="2057400"/>
            <a:ext cx="4617720" cy="1600200"/>
          </a:xfrm>
          <a:prstGeom prst="rect">
            <a:avLst/>
          </a:prstGeom>
          <a:noFill/>
          <a:ln/>
        </p:spPr>
        <p:txBody>
          <a:bodyPr wrap="square" rtlCol="0" anchor="ctr"/>
          <a:lstStyle/>
          <a:p>
            <a:pPr marL="342900" indent="-342900" algn="r" rtl="1">
              <a:lnSpc>
                <a:spcPct val="120000"/>
              </a:lnSpc>
              <a:spcAft>
                <a:spcPts val="600"/>
              </a:spcAft>
              <a:buSzPct val="100000"/>
              <a:buChar char="•"/>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استمرار تراجع الباحة دون تدخل</a:t>
            </a:r>
            <a:endParaRPr lang="en-US" sz="115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0000"/>
              </a:lnSpc>
              <a:spcAft>
                <a:spcPts val="600"/>
              </a:spcAft>
              <a:buSzPct val="100000"/>
              <a:buChar char="•"/>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تشديد أسعار الفوائد وتأثيره على التمويل العقاري</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7" name="Shape 5"/>
          <p:cNvSpPr/>
          <p:nvPr/>
        </p:nvSpPr>
        <p:spPr>
          <a:xfrm>
            <a:off x="6035040" y="1463040"/>
            <a:ext cx="5074920" cy="2377440"/>
          </a:xfrm>
          <a:prstGeom prst="roundRect">
            <a:avLst>
              <a:gd name="adj" fmla="val 2308"/>
            </a:avLst>
          </a:prstGeom>
          <a:solidFill>
            <a:srgbClr val="FBF3E7"/>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8" name="Text 6"/>
          <p:cNvSpPr/>
          <p:nvPr/>
        </p:nvSpPr>
        <p:spPr>
          <a:xfrm>
            <a:off x="6263640" y="1627632"/>
            <a:ext cx="4617720" cy="365760"/>
          </a:xfrm>
          <a:prstGeom prst="rect">
            <a:avLst/>
          </a:prstGeom>
          <a:noFill/>
          <a:ln/>
        </p:spPr>
        <p:txBody>
          <a:bodyPr wrap="square" rtlCol="0" anchor="ctr"/>
          <a:lstStyle/>
          <a:p>
            <a:pPr marL="0" indent="0" algn="r" rtl="1">
              <a:buNone/>
            </a:pPr>
            <a:r>
              <a:rPr lang="en-US" sz="13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أثر مرتفع / احتمال منخفض</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9" name="Text 7"/>
          <p:cNvSpPr/>
          <p:nvPr/>
        </p:nvSpPr>
        <p:spPr>
          <a:xfrm>
            <a:off x="6263640" y="2057400"/>
            <a:ext cx="4617720" cy="1600200"/>
          </a:xfrm>
          <a:prstGeom prst="rect">
            <a:avLst/>
          </a:prstGeom>
          <a:noFill/>
          <a:ln/>
        </p:spPr>
        <p:txBody>
          <a:bodyPr wrap="square" rtlCol="0" anchor="ctr"/>
          <a:lstStyle/>
          <a:p>
            <a:pPr marL="342900" indent="-342900" algn="r" rtl="1">
              <a:lnSpc>
                <a:spcPct val="120000"/>
              </a:lnSpc>
              <a:spcAft>
                <a:spcPts val="600"/>
              </a:spcAft>
              <a:buSzPct val="100000"/>
              <a:buChar char="•"/>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تركّز مفرط لرأس المال في الرياض فقط</a:t>
            </a:r>
            <a:endParaRPr lang="en-US" sz="115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0000"/>
              </a:lnSpc>
              <a:spcAft>
                <a:spcPts val="600"/>
              </a:spcAft>
              <a:buSzPct val="100000"/>
              <a:buChar char="•"/>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تشبّع في قطاع الفلل الفاخرة</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10" name="Shape 8"/>
          <p:cNvSpPr/>
          <p:nvPr/>
        </p:nvSpPr>
        <p:spPr>
          <a:xfrm>
            <a:off x="822960" y="3977640"/>
            <a:ext cx="5074920" cy="2377440"/>
          </a:xfrm>
          <a:prstGeom prst="roundRect">
            <a:avLst>
              <a:gd name="adj" fmla="val 2308"/>
            </a:avLst>
          </a:prstGeom>
          <a:solidFill>
            <a:srgbClr val="EFF2EC"/>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11" name="Text 9"/>
          <p:cNvSpPr/>
          <p:nvPr/>
        </p:nvSpPr>
        <p:spPr>
          <a:xfrm>
            <a:off x="1051560" y="4142232"/>
            <a:ext cx="4617720" cy="365760"/>
          </a:xfrm>
          <a:prstGeom prst="rect">
            <a:avLst/>
          </a:prstGeom>
          <a:noFill/>
          <a:ln/>
        </p:spPr>
        <p:txBody>
          <a:bodyPr wrap="square" rtlCol="0" anchor="ctr"/>
          <a:lstStyle/>
          <a:p>
            <a:pPr marL="0" indent="0" algn="r" rtl="1">
              <a:buNone/>
            </a:pPr>
            <a:r>
              <a:rPr lang="en-US" sz="13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أثر منخفض / احتمال مرتفع</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12" name="Text 10"/>
          <p:cNvSpPr/>
          <p:nvPr/>
        </p:nvSpPr>
        <p:spPr>
          <a:xfrm>
            <a:off x="1051560" y="4572000"/>
            <a:ext cx="4617720" cy="1600200"/>
          </a:xfrm>
          <a:prstGeom prst="rect">
            <a:avLst/>
          </a:prstGeom>
          <a:noFill/>
          <a:ln/>
        </p:spPr>
        <p:txBody>
          <a:bodyPr wrap="square" rtlCol="0" anchor="ctr"/>
          <a:lstStyle/>
          <a:p>
            <a:pPr marL="342900" indent="-342900" algn="r" rtl="1">
              <a:lnSpc>
                <a:spcPct val="120000"/>
              </a:lnSpc>
              <a:spcAft>
                <a:spcPts val="600"/>
              </a:spcAft>
              <a:buSzPct val="100000"/>
              <a:buChar char="•"/>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تقلبات ربعية موسمية طبيعية</a:t>
            </a:r>
            <a:endParaRPr lang="en-US" sz="115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0000"/>
              </a:lnSpc>
              <a:spcAft>
                <a:spcPts val="600"/>
              </a:spcAft>
              <a:buSzPct val="100000"/>
              <a:buChar char="•"/>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تباين محدود بين القصيم وعسير</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13" name="Shape 11"/>
          <p:cNvSpPr/>
          <p:nvPr/>
        </p:nvSpPr>
        <p:spPr>
          <a:xfrm>
            <a:off x="6035040" y="3977640"/>
            <a:ext cx="5074920" cy="2377440"/>
          </a:xfrm>
          <a:prstGeom prst="roundRect">
            <a:avLst>
              <a:gd name="adj" fmla="val 2308"/>
            </a:avLst>
          </a:prstGeom>
          <a:solidFill>
            <a:srgbClr val="EAF2EC"/>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14" name="Text 12"/>
          <p:cNvSpPr/>
          <p:nvPr/>
        </p:nvSpPr>
        <p:spPr>
          <a:xfrm>
            <a:off x="6263640" y="4142232"/>
            <a:ext cx="4617720" cy="365760"/>
          </a:xfrm>
          <a:prstGeom prst="rect">
            <a:avLst/>
          </a:prstGeom>
          <a:noFill/>
          <a:ln/>
        </p:spPr>
        <p:txBody>
          <a:bodyPr wrap="square" rtlCol="0" anchor="ctr"/>
          <a:lstStyle/>
          <a:p>
            <a:pPr marL="0" indent="0" algn="r" rtl="1">
              <a:buNone/>
            </a:pPr>
            <a:r>
              <a:rPr lang="en-US" sz="13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فرص </a:t>
            </a:r>
            <a:r>
              <a:rPr lang="en-US" sz="1300" b="1" dirty="0" err="1">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واضحة</a:t>
            </a:r>
            <a:r>
              <a:rPr lang="en-US" sz="13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 </a:t>
            </a:r>
            <a:r>
              <a:rPr lang="ar-SA" sz="13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a:t>
            </a:r>
            <a:r>
              <a:rPr lang="en-US" sz="1300" b="1" dirty="0" err="1">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أثر</a:t>
            </a:r>
            <a:r>
              <a:rPr lang="en-US" sz="13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 مرتفع / </a:t>
            </a:r>
            <a:r>
              <a:rPr lang="en-US" sz="1300" b="1" dirty="0" err="1">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اتجاه</a:t>
            </a:r>
            <a:r>
              <a:rPr lang="en-US" sz="13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 </a:t>
            </a:r>
            <a:r>
              <a:rPr lang="en-US" sz="1300" b="1" dirty="0" err="1">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إيجابي</a:t>
            </a:r>
            <a:r>
              <a:rPr lang="ar-SA" sz="13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15" name="Text 13"/>
          <p:cNvSpPr/>
          <p:nvPr/>
        </p:nvSpPr>
        <p:spPr>
          <a:xfrm>
            <a:off x="6263640" y="4572000"/>
            <a:ext cx="4617720" cy="1600200"/>
          </a:xfrm>
          <a:prstGeom prst="rect">
            <a:avLst/>
          </a:prstGeom>
          <a:noFill/>
          <a:ln/>
        </p:spPr>
        <p:txBody>
          <a:bodyPr wrap="square" rtlCol="0" anchor="ctr"/>
          <a:lstStyle/>
          <a:p>
            <a:pPr marL="342900" indent="-342900" algn="r" rtl="1">
              <a:lnSpc>
                <a:spcPct val="120000"/>
              </a:lnSpc>
              <a:spcAft>
                <a:spcPts val="600"/>
              </a:spcAft>
              <a:buSzPct val="100000"/>
              <a:buChar char="•"/>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زخم الرياض المستمر ومشاريع Vision 2030</a:t>
            </a:r>
            <a:endParaRPr lang="en-US" sz="115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0000"/>
              </a:lnSpc>
              <a:spcAft>
                <a:spcPts val="600"/>
              </a:spcAft>
              <a:buSzPct val="100000"/>
              <a:buChar char="•"/>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الطلب القوي على الأراضي السكنية</a:t>
            </a:r>
            <a:endParaRPr lang="en-US" sz="115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0000"/>
              </a:lnSpc>
              <a:spcAft>
                <a:spcPts val="600"/>
              </a:spcAft>
              <a:buSzPct val="100000"/>
              <a:buChar char="•"/>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فجوة سكنية تراكمية +800K وحدة بحلول 2030</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16" name="Text 14"/>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17" name="Text 15"/>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13</a:t>
            </a:r>
            <a:endParaRPr lang="en-US" sz="9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103120" y="457200"/>
            <a:ext cx="9144000" cy="502920"/>
          </a:xfrm>
          <a:prstGeom prst="rect">
            <a:avLst/>
          </a:prstGeom>
          <a:noFill/>
          <a:ln/>
        </p:spPr>
        <p:txBody>
          <a:bodyPr wrap="square" rtlCol="0" anchor="ctr"/>
          <a:lstStyle/>
          <a:p>
            <a:pPr marL="0" indent="0" algn="r" rtl="1">
              <a:buNone/>
            </a:pPr>
            <a:r>
              <a:rPr lang="en-US" sz="28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التوصيات الاستراتيجية</a:t>
            </a:r>
            <a:endParaRPr lang="en-US" sz="2800" dirty="0">
              <a:latin typeface="HelveticaNeueLT Arabic 55 Roman" panose="020B0604020202020204" pitchFamily="34" charset="-78"/>
              <a:cs typeface="HelveticaNeueLT Arabic 55 Roman" panose="020B0604020202020204" pitchFamily="34" charset="-78"/>
            </a:endParaRPr>
          </a:p>
        </p:txBody>
      </p:sp>
      <p:sp>
        <p:nvSpPr>
          <p:cNvPr id="3" name="Text 1"/>
          <p:cNvSpPr/>
          <p:nvPr/>
        </p:nvSpPr>
        <p:spPr>
          <a:xfrm>
            <a:off x="2103120" y="960120"/>
            <a:ext cx="9144000" cy="365760"/>
          </a:xfrm>
          <a:prstGeom prst="rect">
            <a:avLst/>
          </a:prstGeom>
          <a:noFill/>
          <a:ln/>
        </p:spPr>
        <p:txBody>
          <a:bodyPr wrap="square" rtlCol="0" anchor="ctr"/>
          <a:lstStyle/>
          <a:p>
            <a:pPr marL="0" indent="0" algn="r" rtl="1">
              <a:buNone/>
            </a:pP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لتخصيص رأس المال الاستثماري والتطويري</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4" name="Shape 2"/>
          <p:cNvSpPr/>
          <p:nvPr/>
        </p:nvSpPr>
        <p:spPr>
          <a:xfrm>
            <a:off x="10744200" y="1508760"/>
            <a:ext cx="502920" cy="502920"/>
          </a:xfrm>
          <a:prstGeom prst="ellipse">
            <a:avLst/>
          </a:prstGeom>
          <a:solidFill>
            <a:srgbClr val="1B2A4A"/>
          </a:solidFill>
          <a:ln/>
        </p:spPr>
        <p:txBody>
          <a:bodyPr/>
          <a:lstStyle/>
          <a:p>
            <a:pPr algn="ctr" rtl="1"/>
            <a:endParaRPr lang="en-US">
              <a:latin typeface="HelveticaNeueLT Arabic 55 Roman" panose="020B0604020202020204" pitchFamily="34" charset="-78"/>
              <a:cs typeface="HelveticaNeueLT Arabic 55 Roman" panose="020B0604020202020204" pitchFamily="34" charset="-78"/>
            </a:endParaRPr>
          </a:p>
        </p:txBody>
      </p:sp>
      <p:sp>
        <p:nvSpPr>
          <p:cNvPr id="5" name="Text 3"/>
          <p:cNvSpPr/>
          <p:nvPr/>
        </p:nvSpPr>
        <p:spPr>
          <a:xfrm>
            <a:off x="10744200" y="1508760"/>
            <a:ext cx="502920" cy="502920"/>
          </a:xfrm>
          <a:prstGeom prst="rect">
            <a:avLst/>
          </a:prstGeom>
          <a:noFill/>
          <a:ln/>
        </p:spPr>
        <p:txBody>
          <a:bodyPr wrap="square" rtlCol="0" anchor="ctr"/>
          <a:lstStyle/>
          <a:p>
            <a:pPr marL="0" indent="0" algn="ctr" rtl="1">
              <a:buNone/>
            </a:pPr>
            <a:r>
              <a:rPr lang="en-US" sz="1400" b="1" dirty="0">
                <a:solidFill>
                  <a:srgbClr val="FFFFFF"/>
                </a:solidFill>
                <a:latin typeface="HelveticaNeueLT Arabic 55 Roman" panose="020B0604020202020204" pitchFamily="34" charset="-78"/>
                <a:ea typeface="Arial" pitchFamily="34" charset="-122"/>
                <a:cs typeface="HelveticaNeueLT Arabic 55 Roman" panose="020B0604020202020204" pitchFamily="34" charset="-78"/>
              </a:rPr>
              <a:t>1</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6" name="Text 4"/>
          <p:cNvSpPr/>
          <p:nvPr/>
        </p:nvSpPr>
        <p:spPr>
          <a:xfrm>
            <a:off x="640080" y="1463040"/>
            <a:ext cx="9921240" cy="365760"/>
          </a:xfrm>
          <a:prstGeom prst="rect">
            <a:avLst/>
          </a:prstGeom>
          <a:noFill/>
          <a:ln/>
        </p:spPr>
        <p:txBody>
          <a:bodyPr wrap="square" rtlCol="0" anchor="ctr"/>
          <a:lstStyle/>
          <a:p>
            <a:pPr marL="0" indent="0" algn="r" rtl="1">
              <a:buNone/>
            </a:pPr>
            <a:r>
              <a:rPr lang="en-US" sz="15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زيادة التخصيص لمنطقة الرياض</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7" name="Text 5"/>
          <p:cNvSpPr/>
          <p:nvPr/>
        </p:nvSpPr>
        <p:spPr>
          <a:xfrm>
            <a:off x="640080" y="1810512"/>
            <a:ext cx="9921240" cy="457200"/>
          </a:xfrm>
          <a:prstGeom prst="rect">
            <a:avLst/>
          </a:prstGeom>
          <a:noFill/>
          <a:ln/>
        </p:spPr>
        <p:txBody>
          <a:bodyPr wrap="square" rtlCol="0" anchor="ctr"/>
          <a:lstStyle/>
          <a:p>
            <a:pPr marL="0" indent="0" algn="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الأعلى نمواً بفارق كبير (+55.9%)، مدعومة بزخم Vision 2030 وفجوة سكنية كبيرة.</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8" name="Shape 6"/>
          <p:cNvSpPr/>
          <p:nvPr/>
        </p:nvSpPr>
        <p:spPr>
          <a:xfrm>
            <a:off x="10744200" y="2441448"/>
            <a:ext cx="502920" cy="502920"/>
          </a:xfrm>
          <a:prstGeom prst="ellipse">
            <a:avLst/>
          </a:prstGeom>
          <a:solidFill>
            <a:srgbClr val="1B2A4A"/>
          </a:solidFill>
          <a:ln/>
        </p:spPr>
        <p:txBody>
          <a:bodyPr/>
          <a:lstStyle/>
          <a:p>
            <a:pPr algn="ctr" rtl="1"/>
            <a:endParaRPr lang="en-US">
              <a:latin typeface="HelveticaNeueLT Arabic 55 Roman" panose="020B0604020202020204" pitchFamily="34" charset="-78"/>
              <a:cs typeface="HelveticaNeueLT Arabic 55 Roman" panose="020B0604020202020204" pitchFamily="34" charset="-78"/>
            </a:endParaRPr>
          </a:p>
        </p:txBody>
      </p:sp>
      <p:sp>
        <p:nvSpPr>
          <p:cNvPr id="9" name="Text 7"/>
          <p:cNvSpPr/>
          <p:nvPr/>
        </p:nvSpPr>
        <p:spPr>
          <a:xfrm>
            <a:off x="10744200" y="2441448"/>
            <a:ext cx="502920" cy="502920"/>
          </a:xfrm>
          <a:prstGeom prst="rect">
            <a:avLst/>
          </a:prstGeom>
          <a:noFill/>
          <a:ln/>
        </p:spPr>
        <p:txBody>
          <a:bodyPr wrap="square" rtlCol="0" anchor="ctr"/>
          <a:lstStyle/>
          <a:p>
            <a:pPr marL="0" indent="0" algn="ctr" rtl="1">
              <a:buNone/>
            </a:pPr>
            <a:r>
              <a:rPr lang="en-US" sz="1400" b="1" dirty="0">
                <a:solidFill>
                  <a:srgbClr val="FFFFFF"/>
                </a:solidFill>
                <a:latin typeface="HelveticaNeueLT Arabic 55 Roman" panose="020B0604020202020204" pitchFamily="34" charset="-78"/>
                <a:ea typeface="Arial" pitchFamily="34" charset="-122"/>
                <a:cs typeface="HelveticaNeueLT Arabic 55 Roman" panose="020B0604020202020204" pitchFamily="34" charset="-78"/>
              </a:rPr>
              <a:t>2</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10" name="Text 8"/>
          <p:cNvSpPr/>
          <p:nvPr/>
        </p:nvSpPr>
        <p:spPr>
          <a:xfrm>
            <a:off x="640080" y="2395728"/>
            <a:ext cx="9921240" cy="365760"/>
          </a:xfrm>
          <a:prstGeom prst="rect">
            <a:avLst/>
          </a:prstGeom>
          <a:noFill/>
          <a:ln/>
        </p:spPr>
        <p:txBody>
          <a:bodyPr wrap="square" rtlCol="0" anchor="ctr"/>
          <a:lstStyle/>
          <a:p>
            <a:pPr marL="0" indent="0" algn="r" rtl="1">
              <a:buNone/>
            </a:pPr>
            <a:r>
              <a:rPr lang="en-US" sz="15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أولوية لفئة الأراضي السكنية</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11" name="Text 9"/>
          <p:cNvSpPr/>
          <p:nvPr/>
        </p:nvSpPr>
        <p:spPr>
          <a:xfrm>
            <a:off x="640080" y="2743200"/>
            <a:ext cx="9921240" cy="457200"/>
          </a:xfrm>
          <a:prstGeom prst="rect">
            <a:avLst/>
          </a:prstGeom>
          <a:noFill/>
          <a:ln/>
        </p:spPr>
        <p:txBody>
          <a:bodyPr wrap="square" rtlCol="0" anchor="ctr"/>
          <a:lstStyle/>
          <a:p>
            <a:pPr marL="0" indent="0" algn="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أعلى نمو تراكمي (+33.6%) وأدنى تقلب نسبي بين الأنواع — مخاطر أقل لكل وحدة عائد.</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12" name="Shape 10"/>
          <p:cNvSpPr/>
          <p:nvPr/>
        </p:nvSpPr>
        <p:spPr>
          <a:xfrm>
            <a:off x="10744200" y="3374136"/>
            <a:ext cx="502920" cy="502920"/>
          </a:xfrm>
          <a:prstGeom prst="ellipse">
            <a:avLst/>
          </a:prstGeom>
          <a:solidFill>
            <a:srgbClr val="1B2A4A"/>
          </a:solidFill>
          <a:ln/>
        </p:spPr>
        <p:txBody>
          <a:bodyPr/>
          <a:lstStyle/>
          <a:p>
            <a:pPr algn="ctr" rtl="1"/>
            <a:endParaRPr lang="en-US">
              <a:latin typeface="HelveticaNeueLT Arabic 55 Roman" panose="020B0604020202020204" pitchFamily="34" charset="-78"/>
              <a:cs typeface="HelveticaNeueLT Arabic 55 Roman" panose="020B0604020202020204" pitchFamily="34" charset="-78"/>
            </a:endParaRPr>
          </a:p>
        </p:txBody>
      </p:sp>
      <p:sp>
        <p:nvSpPr>
          <p:cNvPr id="13" name="Text 11"/>
          <p:cNvSpPr/>
          <p:nvPr/>
        </p:nvSpPr>
        <p:spPr>
          <a:xfrm>
            <a:off x="10744200" y="3374136"/>
            <a:ext cx="502920" cy="502920"/>
          </a:xfrm>
          <a:prstGeom prst="rect">
            <a:avLst/>
          </a:prstGeom>
          <a:noFill/>
          <a:ln/>
        </p:spPr>
        <p:txBody>
          <a:bodyPr wrap="square" rtlCol="0" anchor="ctr"/>
          <a:lstStyle/>
          <a:p>
            <a:pPr marL="0" indent="0" algn="ctr" rtl="1">
              <a:buNone/>
            </a:pPr>
            <a:r>
              <a:rPr lang="en-US" sz="1400" b="1" dirty="0">
                <a:solidFill>
                  <a:srgbClr val="FFFFFF"/>
                </a:solidFill>
                <a:latin typeface="HelveticaNeueLT Arabic 55 Roman" panose="020B0604020202020204" pitchFamily="34" charset="-78"/>
                <a:ea typeface="Arial" pitchFamily="34" charset="-122"/>
                <a:cs typeface="HelveticaNeueLT Arabic 55 Roman" panose="020B0604020202020204" pitchFamily="34" charset="-78"/>
              </a:rPr>
              <a:t>3</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14" name="Text 12"/>
          <p:cNvSpPr/>
          <p:nvPr/>
        </p:nvSpPr>
        <p:spPr>
          <a:xfrm>
            <a:off x="640080" y="3328416"/>
            <a:ext cx="9921240" cy="365760"/>
          </a:xfrm>
          <a:prstGeom prst="rect">
            <a:avLst/>
          </a:prstGeom>
          <a:noFill/>
          <a:ln/>
        </p:spPr>
        <p:txBody>
          <a:bodyPr wrap="square" rtlCol="0" anchor="ctr"/>
          <a:lstStyle/>
          <a:p>
            <a:pPr marL="0" indent="0" algn="r" rtl="1">
              <a:buNone/>
            </a:pPr>
            <a:r>
              <a:rPr lang="en-US" sz="15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تجميد التوسع في الباحة مؤقتاً</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15" name="Text 13"/>
          <p:cNvSpPr/>
          <p:nvPr/>
        </p:nvSpPr>
        <p:spPr>
          <a:xfrm>
            <a:off x="640080" y="3675888"/>
            <a:ext cx="9921240" cy="457200"/>
          </a:xfrm>
          <a:prstGeom prst="rect">
            <a:avLst/>
          </a:prstGeom>
          <a:noFill/>
          <a:ln/>
        </p:spPr>
        <p:txBody>
          <a:bodyPr wrap="square" rtlCol="0" anchor="ctr"/>
          <a:lstStyle/>
          <a:p>
            <a:pPr marL="0" indent="0" algn="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انخفاض تراكمي حاد (-32.1%) يستدعي تحققاً ميدانياً من الأسباب قبل أي التزام رأسمالي جديد.</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16" name="Shape 14"/>
          <p:cNvSpPr/>
          <p:nvPr/>
        </p:nvSpPr>
        <p:spPr>
          <a:xfrm>
            <a:off x="10744200" y="4306824"/>
            <a:ext cx="502920" cy="502920"/>
          </a:xfrm>
          <a:prstGeom prst="ellipse">
            <a:avLst/>
          </a:prstGeom>
          <a:solidFill>
            <a:srgbClr val="1B2A4A"/>
          </a:solidFill>
          <a:ln/>
        </p:spPr>
        <p:txBody>
          <a:bodyPr/>
          <a:lstStyle/>
          <a:p>
            <a:pPr algn="ctr" rtl="1"/>
            <a:endParaRPr lang="en-US">
              <a:latin typeface="HelveticaNeueLT Arabic 55 Roman" panose="020B0604020202020204" pitchFamily="34" charset="-78"/>
              <a:cs typeface="HelveticaNeueLT Arabic 55 Roman" panose="020B0604020202020204" pitchFamily="34" charset="-78"/>
            </a:endParaRPr>
          </a:p>
        </p:txBody>
      </p:sp>
      <p:sp>
        <p:nvSpPr>
          <p:cNvPr id="17" name="Text 15"/>
          <p:cNvSpPr/>
          <p:nvPr/>
        </p:nvSpPr>
        <p:spPr>
          <a:xfrm>
            <a:off x="10744200" y="4306824"/>
            <a:ext cx="502920" cy="502920"/>
          </a:xfrm>
          <a:prstGeom prst="rect">
            <a:avLst/>
          </a:prstGeom>
          <a:noFill/>
          <a:ln/>
        </p:spPr>
        <p:txBody>
          <a:bodyPr wrap="square" rtlCol="0" anchor="ctr"/>
          <a:lstStyle/>
          <a:p>
            <a:pPr marL="0" indent="0" algn="ctr" rtl="1">
              <a:buNone/>
            </a:pPr>
            <a:r>
              <a:rPr lang="en-US" sz="1400" b="1" dirty="0">
                <a:solidFill>
                  <a:srgbClr val="FFFFFF"/>
                </a:solidFill>
                <a:latin typeface="HelveticaNeueLT Arabic 55 Roman" panose="020B0604020202020204" pitchFamily="34" charset="-78"/>
                <a:ea typeface="Arial" pitchFamily="34" charset="-122"/>
                <a:cs typeface="HelveticaNeueLT Arabic 55 Roman" panose="020B0604020202020204" pitchFamily="34" charset="-78"/>
              </a:rPr>
              <a:t>4</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18" name="Text 16"/>
          <p:cNvSpPr/>
          <p:nvPr/>
        </p:nvSpPr>
        <p:spPr>
          <a:xfrm>
            <a:off x="640080" y="4261104"/>
            <a:ext cx="9921240" cy="365760"/>
          </a:xfrm>
          <a:prstGeom prst="rect">
            <a:avLst/>
          </a:prstGeom>
          <a:noFill/>
          <a:ln/>
        </p:spPr>
        <p:txBody>
          <a:bodyPr wrap="square" rtlCol="0" anchor="ctr"/>
          <a:lstStyle/>
          <a:p>
            <a:pPr marL="0" indent="0" algn="r" rtl="1">
              <a:buNone/>
            </a:pPr>
            <a:r>
              <a:rPr lang="en-US" sz="15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توقيت الإطلاقات مع نافذة الربع الثاني</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19" name="Text 17"/>
          <p:cNvSpPr/>
          <p:nvPr/>
        </p:nvSpPr>
        <p:spPr>
          <a:xfrm>
            <a:off x="640080" y="4608576"/>
            <a:ext cx="9921240" cy="457200"/>
          </a:xfrm>
          <a:prstGeom prst="rect">
            <a:avLst/>
          </a:prstGeom>
          <a:noFill/>
          <a:ln/>
        </p:spPr>
        <p:txBody>
          <a:bodyPr wrap="square" rtlCol="0" anchor="ctr"/>
          <a:lstStyle/>
          <a:p>
            <a:pPr marL="0" indent="0" algn="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نمط موسمي أولي يشير لأعلى زخم سعري في الربع الثاني من كل عام.</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20" name="Shape 18"/>
          <p:cNvSpPr/>
          <p:nvPr/>
        </p:nvSpPr>
        <p:spPr>
          <a:xfrm>
            <a:off x="10744200" y="5239512"/>
            <a:ext cx="502920" cy="502920"/>
          </a:xfrm>
          <a:prstGeom prst="ellipse">
            <a:avLst/>
          </a:prstGeom>
          <a:solidFill>
            <a:srgbClr val="1B2A4A"/>
          </a:solidFill>
          <a:ln/>
        </p:spPr>
        <p:txBody>
          <a:bodyPr/>
          <a:lstStyle/>
          <a:p>
            <a:pPr algn="ctr" rtl="1"/>
            <a:endParaRPr lang="en-US">
              <a:latin typeface="HelveticaNeueLT Arabic 55 Roman" panose="020B0604020202020204" pitchFamily="34" charset="-78"/>
              <a:cs typeface="HelveticaNeueLT Arabic 55 Roman" panose="020B0604020202020204" pitchFamily="34" charset="-78"/>
            </a:endParaRPr>
          </a:p>
        </p:txBody>
      </p:sp>
      <p:sp>
        <p:nvSpPr>
          <p:cNvPr id="21" name="Text 19"/>
          <p:cNvSpPr/>
          <p:nvPr/>
        </p:nvSpPr>
        <p:spPr>
          <a:xfrm>
            <a:off x="10744200" y="5239512"/>
            <a:ext cx="502920" cy="502920"/>
          </a:xfrm>
          <a:prstGeom prst="rect">
            <a:avLst/>
          </a:prstGeom>
          <a:noFill/>
          <a:ln/>
        </p:spPr>
        <p:txBody>
          <a:bodyPr wrap="square" rtlCol="0" anchor="ctr"/>
          <a:lstStyle/>
          <a:p>
            <a:pPr marL="0" indent="0" algn="ctr" rtl="1">
              <a:buNone/>
            </a:pPr>
            <a:r>
              <a:rPr lang="en-US" sz="1400" b="1" dirty="0">
                <a:solidFill>
                  <a:srgbClr val="FFFFFF"/>
                </a:solidFill>
                <a:latin typeface="HelveticaNeueLT Arabic 55 Roman" panose="020B0604020202020204" pitchFamily="34" charset="-78"/>
                <a:ea typeface="Arial" pitchFamily="34" charset="-122"/>
                <a:cs typeface="HelveticaNeueLT Arabic 55 Roman" panose="020B0604020202020204" pitchFamily="34" charset="-78"/>
              </a:rPr>
              <a:t>5</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22" name="Text 20"/>
          <p:cNvSpPr/>
          <p:nvPr/>
        </p:nvSpPr>
        <p:spPr>
          <a:xfrm>
            <a:off x="640080" y="5193792"/>
            <a:ext cx="9921240" cy="365760"/>
          </a:xfrm>
          <a:prstGeom prst="rect">
            <a:avLst/>
          </a:prstGeom>
          <a:noFill/>
          <a:ln/>
        </p:spPr>
        <p:txBody>
          <a:bodyPr wrap="square" rtlCol="0" anchor="ctr"/>
          <a:lstStyle/>
          <a:p>
            <a:pPr marL="0" indent="0" algn="r" rtl="1">
              <a:buNone/>
            </a:pPr>
            <a:r>
              <a:rPr lang="en-US" sz="15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حذر تكتيكي في قطاع الفلل</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23" name="Text 21"/>
          <p:cNvSpPr/>
          <p:nvPr/>
        </p:nvSpPr>
        <p:spPr>
          <a:xfrm>
            <a:off x="640080" y="5541264"/>
            <a:ext cx="9921240" cy="457200"/>
          </a:xfrm>
          <a:prstGeom prst="rect">
            <a:avLst/>
          </a:prstGeom>
          <a:noFill/>
          <a:ln/>
        </p:spPr>
        <p:txBody>
          <a:bodyPr wrap="square" rtlCol="0" anchor="ctr"/>
          <a:lstStyle/>
          <a:p>
            <a:pPr marL="0" indent="0" algn="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أعلى تقلب (σ=4.01) وتراجع سنوي حاد (-9.7%) — يتطلب تسعيراً وتوقيتاً أكثر دقة.</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24" name="Text 22"/>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25" name="Text 23"/>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14</a:t>
            </a:r>
            <a:endParaRPr lang="en-US" sz="9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67712" y="457200"/>
            <a:ext cx="9144000" cy="502920"/>
          </a:xfrm>
          <a:prstGeom prst="rect">
            <a:avLst/>
          </a:prstGeom>
          <a:noFill/>
          <a:ln/>
        </p:spPr>
        <p:txBody>
          <a:bodyPr wrap="square" rtlCol="0" anchor="ctr"/>
          <a:lstStyle/>
          <a:p>
            <a:pPr marL="0" indent="0" algn="r" rtl="1">
              <a:buNone/>
            </a:pPr>
            <a:r>
              <a:rPr lang="en-US" sz="28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خارطة الطريق التنفيذية</a:t>
            </a:r>
            <a:endParaRPr lang="en-US" sz="2800" dirty="0">
              <a:latin typeface="HelveticaNeueLT Arabic 55 Roman" panose="020B0604020202020204" pitchFamily="34" charset="-78"/>
              <a:cs typeface="HelveticaNeueLT Arabic 55 Roman" panose="020B0604020202020204" pitchFamily="34" charset="-78"/>
            </a:endParaRPr>
          </a:p>
        </p:txBody>
      </p:sp>
      <p:sp>
        <p:nvSpPr>
          <p:cNvPr id="3" name="Text 1"/>
          <p:cNvSpPr/>
          <p:nvPr/>
        </p:nvSpPr>
        <p:spPr>
          <a:xfrm>
            <a:off x="2267712" y="960120"/>
            <a:ext cx="9144000" cy="365760"/>
          </a:xfrm>
          <a:prstGeom prst="rect">
            <a:avLst/>
          </a:prstGeom>
          <a:noFill/>
          <a:ln/>
        </p:spPr>
        <p:txBody>
          <a:bodyPr wrap="square" rtlCol="0" anchor="ctr"/>
          <a:lstStyle/>
          <a:p>
            <a:pPr marL="0" indent="0" algn="r" rtl="1">
              <a:buNone/>
            </a:pP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المراحل المقترحة للتنفيذ خلال الأرباع القادمة</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4" name="Shape 2"/>
          <p:cNvSpPr/>
          <p:nvPr/>
        </p:nvSpPr>
        <p:spPr>
          <a:xfrm>
            <a:off x="621792" y="2423160"/>
            <a:ext cx="10469880" cy="0"/>
          </a:xfrm>
          <a:prstGeom prst="line">
            <a:avLst/>
          </a:prstGeom>
          <a:noFill/>
          <a:ln w="25400">
            <a:solidFill>
              <a:srgbClr val="E2DCCC"/>
            </a:solidFill>
            <a:prstDash val="solid"/>
          </a:ln>
        </p:spPr>
        <p:txBody>
          <a:bodyPr/>
          <a:lstStyle/>
          <a:p>
            <a:endParaRPr lang="en-US"/>
          </a:p>
        </p:txBody>
      </p:sp>
      <p:sp>
        <p:nvSpPr>
          <p:cNvPr id="5" name="Shape 3"/>
          <p:cNvSpPr/>
          <p:nvPr/>
        </p:nvSpPr>
        <p:spPr>
          <a:xfrm>
            <a:off x="8942832" y="2194560"/>
            <a:ext cx="457200" cy="457200"/>
          </a:xfrm>
          <a:prstGeom prst="ellipse">
            <a:avLst/>
          </a:prstGeom>
          <a:solidFill>
            <a:srgbClr val="B8935F"/>
          </a:solidFill>
          <a:ln/>
        </p:spPr>
        <p:txBody>
          <a:bodyPr/>
          <a:lstStyle/>
          <a:p>
            <a:endParaRPr lang="en-US"/>
          </a:p>
        </p:txBody>
      </p:sp>
      <p:sp>
        <p:nvSpPr>
          <p:cNvPr id="6" name="Text 4"/>
          <p:cNvSpPr/>
          <p:nvPr/>
        </p:nvSpPr>
        <p:spPr>
          <a:xfrm>
            <a:off x="8942832" y="219456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Shape 5"/>
          <p:cNvSpPr/>
          <p:nvPr/>
        </p:nvSpPr>
        <p:spPr>
          <a:xfrm>
            <a:off x="8805672" y="2880360"/>
            <a:ext cx="2606040" cy="2377440"/>
          </a:xfrm>
          <a:prstGeom prst="roundRect">
            <a:avLst>
              <a:gd name="adj" fmla="val 2308"/>
            </a:avLst>
          </a:prstGeom>
          <a:solidFill>
            <a:srgbClr val="F2F0EA"/>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8" name="Text 6"/>
          <p:cNvSpPr/>
          <p:nvPr/>
        </p:nvSpPr>
        <p:spPr>
          <a:xfrm>
            <a:off x="8988552" y="3017520"/>
            <a:ext cx="2240280" cy="320040"/>
          </a:xfrm>
          <a:prstGeom prst="rect">
            <a:avLst/>
          </a:prstGeom>
          <a:noFill/>
          <a:ln/>
        </p:spPr>
        <p:txBody>
          <a:bodyPr wrap="square" rtlCol="0" anchor="ctr"/>
          <a:lstStyle/>
          <a:p>
            <a:pPr marL="0" indent="0" algn="r" rtl="1">
              <a:buNone/>
            </a:pPr>
            <a:r>
              <a:rPr lang="en-US" sz="1200" b="1" dirty="0">
                <a:solidFill>
                  <a:srgbClr val="B8935F"/>
                </a:solidFill>
                <a:latin typeface="HelveticaNeueLT Arabic 55 Roman" panose="020B0604020202020204" pitchFamily="34" charset="-78"/>
                <a:ea typeface="Arial" pitchFamily="34" charset="-122"/>
                <a:cs typeface="HelveticaNeueLT Arabic 55 Roman" panose="020B0604020202020204" pitchFamily="34" charset="-78"/>
              </a:rPr>
              <a:t>2026 Q3</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9" name="Text 7"/>
          <p:cNvSpPr/>
          <p:nvPr/>
        </p:nvSpPr>
        <p:spPr>
          <a:xfrm>
            <a:off x="8988552" y="3337560"/>
            <a:ext cx="2240280" cy="457200"/>
          </a:xfrm>
          <a:prstGeom prst="rect">
            <a:avLst/>
          </a:prstGeom>
          <a:noFill/>
          <a:ln/>
        </p:spPr>
        <p:txBody>
          <a:bodyPr wrap="square" rtlCol="0" anchor="ctr"/>
          <a:lstStyle/>
          <a:p>
            <a:pPr marL="0" indent="0" algn="r" rtl="1">
              <a:buNone/>
            </a:pPr>
            <a:r>
              <a:rPr lang="en-US" sz="15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تحقق ميداني</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10" name="Text 8"/>
          <p:cNvSpPr/>
          <p:nvPr/>
        </p:nvSpPr>
        <p:spPr>
          <a:xfrm>
            <a:off x="8988552" y="3840480"/>
            <a:ext cx="2240280" cy="1280160"/>
          </a:xfrm>
          <a:prstGeom prst="rect">
            <a:avLst/>
          </a:prstGeom>
          <a:noFill/>
          <a:ln/>
        </p:spPr>
        <p:txBody>
          <a:bodyPr wrap="square" rtlCol="0" anchor="ctr"/>
          <a:lstStyle/>
          <a:p>
            <a:pPr algn="r" rtl="1">
              <a:lnSpc>
                <a:spcPct val="125000"/>
              </a:lnSpc>
            </a:pPr>
            <a:r>
              <a:rPr lang="ar-SA"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دراسة أسباب تراجع الباحة + تحقق من فرص الرياض على مستوى الأحياء</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11" name="Shape 9"/>
          <p:cNvSpPr/>
          <p:nvPr/>
        </p:nvSpPr>
        <p:spPr>
          <a:xfrm>
            <a:off x="6108192" y="2194560"/>
            <a:ext cx="457200" cy="457200"/>
          </a:xfrm>
          <a:prstGeom prst="ellipse">
            <a:avLst/>
          </a:prstGeom>
          <a:solidFill>
            <a:srgbClr val="1B2A4A"/>
          </a:solidFill>
          <a:ln/>
        </p:spPr>
        <p:txBody>
          <a:bodyPr/>
          <a:lstStyle/>
          <a:p>
            <a:endParaRPr lang="en-US"/>
          </a:p>
        </p:txBody>
      </p:sp>
      <p:sp>
        <p:nvSpPr>
          <p:cNvPr id="12" name="Text 10"/>
          <p:cNvSpPr/>
          <p:nvPr/>
        </p:nvSpPr>
        <p:spPr>
          <a:xfrm>
            <a:off x="6108192" y="219456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Shape 11"/>
          <p:cNvSpPr/>
          <p:nvPr/>
        </p:nvSpPr>
        <p:spPr>
          <a:xfrm>
            <a:off x="5971032" y="2880360"/>
            <a:ext cx="2606040" cy="2377440"/>
          </a:xfrm>
          <a:prstGeom prst="roundRect">
            <a:avLst>
              <a:gd name="adj" fmla="val 2308"/>
            </a:avLst>
          </a:prstGeom>
          <a:solidFill>
            <a:srgbClr val="F2F0EA"/>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14" name="Text 12"/>
          <p:cNvSpPr/>
          <p:nvPr/>
        </p:nvSpPr>
        <p:spPr>
          <a:xfrm>
            <a:off x="6153912" y="3017520"/>
            <a:ext cx="2240280" cy="320040"/>
          </a:xfrm>
          <a:prstGeom prst="rect">
            <a:avLst/>
          </a:prstGeom>
          <a:noFill/>
          <a:ln/>
        </p:spPr>
        <p:txBody>
          <a:bodyPr wrap="square" rtlCol="0" anchor="ctr"/>
          <a:lstStyle/>
          <a:p>
            <a:pPr marL="0" indent="0" algn="r" rtl="1">
              <a:buNone/>
            </a:pPr>
            <a:r>
              <a:rPr lang="en-US" sz="1200" b="1" dirty="0">
                <a:solidFill>
                  <a:srgbClr val="B8935F"/>
                </a:solidFill>
                <a:latin typeface="HelveticaNeueLT Arabic 55 Roman" panose="020B0604020202020204" pitchFamily="34" charset="-78"/>
                <a:ea typeface="Arial" pitchFamily="34" charset="-122"/>
                <a:cs typeface="HelveticaNeueLT Arabic 55 Roman" panose="020B0604020202020204" pitchFamily="34" charset="-78"/>
              </a:rPr>
              <a:t>2026 Q4</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15" name="Text 13"/>
          <p:cNvSpPr/>
          <p:nvPr/>
        </p:nvSpPr>
        <p:spPr>
          <a:xfrm>
            <a:off x="6153912" y="3337560"/>
            <a:ext cx="2240280" cy="457200"/>
          </a:xfrm>
          <a:prstGeom prst="rect">
            <a:avLst/>
          </a:prstGeom>
          <a:noFill/>
          <a:ln/>
        </p:spPr>
        <p:txBody>
          <a:bodyPr wrap="square" rtlCol="0" anchor="ctr"/>
          <a:lstStyle/>
          <a:p>
            <a:pPr marL="0" indent="0" algn="r" rtl="1">
              <a:buNone/>
            </a:pPr>
            <a:r>
              <a:rPr lang="en-US" sz="15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تخصيص أولي</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16" name="Text 14"/>
          <p:cNvSpPr/>
          <p:nvPr/>
        </p:nvSpPr>
        <p:spPr>
          <a:xfrm>
            <a:off x="6153912" y="3840480"/>
            <a:ext cx="2240280" cy="1280160"/>
          </a:xfrm>
          <a:prstGeom prst="rect">
            <a:avLst/>
          </a:prstGeom>
          <a:noFill/>
          <a:ln/>
        </p:spPr>
        <p:txBody>
          <a:bodyPr wrap="square" rtlCol="0" anchor="ctr"/>
          <a:lstStyle/>
          <a:p>
            <a:pPr marL="0" indent="0" algn="r" rtl="1">
              <a:lnSpc>
                <a:spcPct val="125000"/>
              </a:lnSpc>
              <a:buNone/>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بدء تخصيص رأسمالي مبدئي للأراضي السكنية في الرياض</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17" name="Shape 15"/>
          <p:cNvSpPr/>
          <p:nvPr/>
        </p:nvSpPr>
        <p:spPr>
          <a:xfrm>
            <a:off x="3273552" y="2194560"/>
            <a:ext cx="457200" cy="457200"/>
          </a:xfrm>
          <a:prstGeom prst="ellipse">
            <a:avLst/>
          </a:prstGeom>
          <a:solidFill>
            <a:srgbClr val="1B2A4A"/>
          </a:solidFill>
          <a:ln/>
        </p:spPr>
        <p:txBody>
          <a:bodyPr/>
          <a:lstStyle/>
          <a:p>
            <a:endParaRPr lang="en-US"/>
          </a:p>
        </p:txBody>
      </p:sp>
      <p:sp>
        <p:nvSpPr>
          <p:cNvPr id="18" name="Text 16"/>
          <p:cNvSpPr/>
          <p:nvPr/>
        </p:nvSpPr>
        <p:spPr>
          <a:xfrm>
            <a:off x="3273552" y="219456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9" name="Shape 17"/>
          <p:cNvSpPr/>
          <p:nvPr/>
        </p:nvSpPr>
        <p:spPr>
          <a:xfrm>
            <a:off x="3136392" y="2880360"/>
            <a:ext cx="2606040" cy="2377440"/>
          </a:xfrm>
          <a:prstGeom prst="roundRect">
            <a:avLst>
              <a:gd name="adj" fmla="val 2308"/>
            </a:avLst>
          </a:prstGeom>
          <a:solidFill>
            <a:srgbClr val="F2F0EA"/>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20" name="Text 18"/>
          <p:cNvSpPr/>
          <p:nvPr/>
        </p:nvSpPr>
        <p:spPr>
          <a:xfrm>
            <a:off x="3319272" y="3017520"/>
            <a:ext cx="2240280" cy="320040"/>
          </a:xfrm>
          <a:prstGeom prst="rect">
            <a:avLst/>
          </a:prstGeom>
          <a:noFill/>
          <a:ln/>
        </p:spPr>
        <p:txBody>
          <a:bodyPr wrap="square" rtlCol="0" anchor="ctr"/>
          <a:lstStyle/>
          <a:p>
            <a:pPr marL="0" indent="0" algn="r" rtl="1">
              <a:buNone/>
            </a:pPr>
            <a:r>
              <a:rPr lang="en-US" sz="1200" b="1" dirty="0">
                <a:solidFill>
                  <a:srgbClr val="B8935F"/>
                </a:solidFill>
                <a:latin typeface="HelveticaNeueLT Arabic 55 Roman" panose="020B0604020202020204" pitchFamily="34" charset="-78"/>
                <a:ea typeface="Arial" pitchFamily="34" charset="-122"/>
                <a:cs typeface="HelveticaNeueLT Arabic 55 Roman" panose="020B0604020202020204" pitchFamily="34" charset="-78"/>
              </a:rPr>
              <a:t>2027 Q1</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21" name="Text 19"/>
          <p:cNvSpPr/>
          <p:nvPr/>
        </p:nvSpPr>
        <p:spPr>
          <a:xfrm>
            <a:off x="3319272" y="3337560"/>
            <a:ext cx="2240280" cy="457200"/>
          </a:xfrm>
          <a:prstGeom prst="rect">
            <a:avLst/>
          </a:prstGeom>
          <a:noFill/>
          <a:ln/>
        </p:spPr>
        <p:txBody>
          <a:bodyPr wrap="square" rtlCol="0" anchor="ctr"/>
          <a:lstStyle/>
          <a:p>
            <a:pPr marL="0" indent="0" algn="r" rtl="1">
              <a:buNone/>
            </a:pPr>
            <a:r>
              <a:rPr lang="en-US" sz="15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مراجعة الأداء</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22" name="Text 20"/>
          <p:cNvSpPr/>
          <p:nvPr/>
        </p:nvSpPr>
        <p:spPr>
          <a:xfrm>
            <a:off x="3319272" y="3840480"/>
            <a:ext cx="2240280" cy="1280160"/>
          </a:xfrm>
          <a:prstGeom prst="rect">
            <a:avLst/>
          </a:prstGeom>
          <a:noFill/>
          <a:ln/>
        </p:spPr>
        <p:txBody>
          <a:bodyPr wrap="square" rtlCol="0" anchor="ctr"/>
          <a:lstStyle/>
          <a:p>
            <a:pPr marL="0" indent="0" algn="r" rtl="1">
              <a:lnSpc>
                <a:spcPct val="125000"/>
              </a:lnSpc>
              <a:buNone/>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تقييم النتائج الأولية مقابل السيناريو الأساسي المتوقع</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23" name="Shape 21"/>
          <p:cNvSpPr/>
          <p:nvPr/>
        </p:nvSpPr>
        <p:spPr>
          <a:xfrm>
            <a:off x="438912" y="2194560"/>
            <a:ext cx="457200" cy="457200"/>
          </a:xfrm>
          <a:prstGeom prst="ellipse">
            <a:avLst/>
          </a:prstGeom>
          <a:solidFill>
            <a:srgbClr val="1B2A4A"/>
          </a:solidFill>
          <a:ln/>
        </p:spPr>
        <p:txBody>
          <a:bodyPr/>
          <a:lstStyle/>
          <a:p>
            <a:endParaRPr lang="en-US"/>
          </a:p>
        </p:txBody>
      </p:sp>
      <p:sp>
        <p:nvSpPr>
          <p:cNvPr id="24" name="Text 22"/>
          <p:cNvSpPr/>
          <p:nvPr/>
        </p:nvSpPr>
        <p:spPr>
          <a:xfrm>
            <a:off x="438912" y="219456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5" name="Shape 23"/>
          <p:cNvSpPr/>
          <p:nvPr/>
        </p:nvSpPr>
        <p:spPr>
          <a:xfrm>
            <a:off x="301752" y="2880360"/>
            <a:ext cx="2606040" cy="2377440"/>
          </a:xfrm>
          <a:prstGeom prst="roundRect">
            <a:avLst>
              <a:gd name="adj" fmla="val 2308"/>
            </a:avLst>
          </a:prstGeom>
          <a:solidFill>
            <a:srgbClr val="F2F0EA"/>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26" name="Text 24"/>
          <p:cNvSpPr/>
          <p:nvPr/>
        </p:nvSpPr>
        <p:spPr>
          <a:xfrm>
            <a:off x="484632" y="3017520"/>
            <a:ext cx="2240280" cy="320040"/>
          </a:xfrm>
          <a:prstGeom prst="rect">
            <a:avLst/>
          </a:prstGeom>
          <a:noFill/>
          <a:ln/>
        </p:spPr>
        <p:txBody>
          <a:bodyPr wrap="square" rtlCol="0" anchor="ctr"/>
          <a:lstStyle/>
          <a:p>
            <a:pPr marL="0" indent="0" algn="r" rtl="1">
              <a:buNone/>
            </a:pPr>
            <a:r>
              <a:rPr lang="en-US" sz="1200" b="1" dirty="0">
                <a:solidFill>
                  <a:srgbClr val="B8935F"/>
                </a:solidFill>
                <a:latin typeface="HelveticaNeueLT Arabic 55 Roman" panose="020B0604020202020204" pitchFamily="34" charset="-78"/>
                <a:ea typeface="Arial" pitchFamily="34" charset="-122"/>
                <a:cs typeface="HelveticaNeueLT Arabic 55 Roman" panose="020B0604020202020204" pitchFamily="34" charset="-78"/>
              </a:rPr>
              <a:t>2027 Q2</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27" name="Text 25"/>
          <p:cNvSpPr/>
          <p:nvPr/>
        </p:nvSpPr>
        <p:spPr>
          <a:xfrm>
            <a:off x="484632" y="3337560"/>
            <a:ext cx="2240280" cy="457200"/>
          </a:xfrm>
          <a:prstGeom prst="rect">
            <a:avLst/>
          </a:prstGeom>
          <a:noFill/>
          <a:ln/>
        </p:spPr>
        <p:txBody>
          <a:bodyPr wrap="square" rtlCol="0" anchor="ctr"/>
          <a:lstStyle/>
          <a:p>
            <a:pPr marL="0" indent="0" algn="r" rtl="1">
              <a:buNone/>
            </a:pPr>
            <a:r>
              <a:rPr lang="en-US" sz="15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توسّع أو تعديل</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28" name="Text 26"/>
          <p:cNvSpPr/>
          <p:nvPr/>
        </p:nvSpPr>
        <p:spPr>
          <a:xfrm>
            <a:off x="484632" y="3840480"/>
            <a:ext cx="2240280" cy="1280160"/>
          </a:xfrm>
          <a:prstGeom prst="rect">
            <a:avLst/>
          </a:prstGeom>
          <a:noFill/>
          <a:ln/>
        </p:spPr>
        <p:txBody>
          <a:bodyPr wrap="square" rtlCol="0" anchor="ctr"/>
          <a:lstStyle/>
          <a:p>
            <a:pPr marL="0" indent="0" algn="r" rtl="1">
              <a:lnSpc>
                <a:spcPct val="125000"/>
              </a:lnSpc>
              <a:buNone/>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قرار توسيع التخصيص أو تعديل المسار بناءً على الأداء الفعلي</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29" name="Text 27"/>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30" name="Text 28"/>
          <p:cNvSpPr/>
          <p:nvPr/>
        </p:nvSpPr>
        <p:spPr>
          <a:xfrm>
            <a:off x="11274552" y="6510528"/>
            <a:ext cx="457200" cy="274320"/>
          </a:xfrm>
          <a:prstGeom prst="rect">
            <a:avLst/>
          </a:prstGeom>
          <a:noFill/>
          <a:ln/>
        </p:spPr>
        <p:txBody>
          <a:bodyPr wrap="square" rtlCol="0" anchor="ctr"/>
          <a:lstStyle/>
          <a:p>
            <a:pPr marL="0" indent="0" algn="l">
              <a:buNone/>
            </a:pPr>
            <a:r>
              <a:rPr lang="en-US" sz="900" dirty="0">
                <a:solidFill>
                  <a:srgbClr val="6B6558"/>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640080" y="1760220"/>
            <a:ext cx="10881360" cy="914400"/>
          </a:xfrm>
          <a:prstGeom prst="rect">
            <a:avLst/>
          </a:prstGeom>
          <a:noFill/>
          <a:ln/>
        </p:spPr>
        <p:txBody>
          <a:bodyPr wrap="square" rtlCol="0" anchor="ctr"/>
          <a:lstStyle/>
          <a:p>
            <a:pPr marL="0" indent="0" algn="r" rtl="1">
              <a:buNone/>
            </a:pPr>
            <a:r>
              <a:rPr lang="en-US" sz="3800" b="1" dirty="0">
                <a:solidFill>
                  <a:srgbClr val="FFFFFF"/>
                </a:solidFill>
                <a:latin typeface="HelveticaNeueLT Arabic 55 Roman" panose="020B0604020202020204" pitchFamily="34" charset="-78"/>
                <a:ea typeface="Cambria" pitchFamily="34" charset="-122"/>
                <a:cs typeface="HelveticaNeueLT Arabic 55 Roman" panose="020B0604020202020204" pitchFamily="34" charset="-78"/>
              </a:rPr>
              <a:t>شكراً لكم</a:t>
            </a:r>
            <a:endParaRPr lang="en-US" sz="3800" dirty="0">
              <a:latin typeface="HelveticaNeueLT Arabic 55 Roman" panose="020B0604020202020204" pitchFamily="34" charset="-78"/>
              <a:cs typeface="HelveticaNeueLT Arabic 55 Roman" panose="020B0604020202020204" pitchFamily="34" charset="-78"/>
            </a:endParaRPr>
          </a:p>
        </p:txBody>
      </p:sp>
      <p:sp>
        <p:nvSpPr>
          <p:cNvPr id="3" name="Text 1"/>
          <p:cNvSpPr/>
          <p:nvPr/>
        </p:nvSpPr>
        <p:spPr>
          <a:xfrm>
            <a:off x="2834640" y="3383280"/>
            <a:ext cx="8686800" cy="640080"/>
          </a:xfrm>
          <a:prstGeom prst="rect">
            <a:avLst/>
          </a:prstGeom>
          <a:noFill/>
          <a:ln/>
        </p:spPr>
        <p:txBody>
          <a:bodyPr wrap="square" rtlCol="0" anchor="ctr"/>
          <a:lstStyle/>
          <a:p>
            <a:pPr marL="0" indent="0" algn="r" rtl="1">
              <a:lnSpc>
                <a:spcPct val="130000"/>
              </a:lnSpc>
              <a:buNone/>
            </a:pPr>
            <a:r>
              <a:rPr lang="en-US" sz="1400" dirty="0">
                <a:solidFill>
                  <a:srgbClr val="C7CEDE"/>
                </a:solidFill>
                <a:latin typeface="HelveticaNeueLT Arabic 55 Roman" panose="020B0604020202020204" pitchFamily="34" charset="-78"/>
                <a:ea typeface="Arial" pitchFamily="34" charset="-122"/>
                <a:cs typeface="HelveticaNeueLT Arabic 55 Roman" panose="020B0604020202020204" pitchFamily="34" charset="-78"/>
              </a:rPr>
              <a:t>الملاحق الكاملة (جداول البيانات، Notebooks التحليلية، واللوحة التفاعلية) متوفرة كملفات منفصلة مرفقة مع هذا العرض.</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4" name="Shape 2"/>
          <p:cNvSpPr/>
          <p:nvPr/>
        </p:nvSpPr>
        <p:spPr>
          <a:xfrm>
            <a:off x="8595360" y="4297680"/>
            <a:ext cx="2926080" cy="0"/>
          </a:xfrm>
          <a:prstGeom prst="line">
            <a:avLst/>
          </a:prstGeom>
          <a:noFill/>
          <a:ln w="25400">
            <a:solidFill>
              <a:srgbClr val="B8935F"/>
            </a:solidFill>
            <a:prstDash val="solid"/>
          </a:ln>
        </p:spPr>
        <p:txBody>
          <a:bodyPr/>
          <a:lstStyle/>
          <a:p>
            <a:endParaRPr lang="en-US"/>
          </a:p>
        </p:txBody>
      </p:sp>
      <p:sp>
        <p:nvSpPr>
          <p:cNvPr id="6" name="Text 4"/>
          <p:cNvSpPr/>
          <p:nvPr/>
        </p:nvSpPr>
        <p:spPr>
          <a:xfrm>
            <a:off x="1463040" y="6263640"/>
            <a:ext cx="10058400" cy="320040"/>
          </a:xfrm>
          <a:prstGeom prst="rect">
            <a:avLst/>
          </a:prstGeom>
          <a:noFill/>
          <a:ln/>
        </p:spPr>
        <p:txBody>
          <a:bodyPr wrap="square" rtlCol="0" anchor="ctr"/>
          <a:lstStyle/>
          <a:p>
            <a:pPr marL="0" indent="0" algn="r" rtl="1">
              <a:buNone/>
            </a:pPr>
            <a:r>
              <a:rPr lang="en-US" sz="1000" dirty="0">
                <a:solidFill>
                  <a:srgbClr val="8E97AC"/>
                </a:solidFill>
                <a:latin typeface="HelveticaNeueLT Arabic 55 Roman" panose="020B0604020202020204" pitchFamily="34" charset="-78"/>
                <a:ea typeface="Arial" pitchFamily="34" charset="-122"/>
                <a:cs typeface="HelveticaNeueLT Arabic 55 Roman" panose="020B0604020202020204" pitchFamily="34" charset="-78"/>
              </a:rPr>
              <a:t>المصدر: الهيئة العامة للإحصاء (GASTAT) — REPI Q2-2026  ·  CBRE, JLL, Global Property Guide</a:t>
            </a:r>
            <a:endParaRPr lang="en-US" sz="10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TotalTime>
  <Words>1364</Words>
  <Application>Microsoft Office PowerPoint</Application>
  <PresentationFormat>Widescreen</PresentationFormat>
  <Paragraphs>267</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HelveticaNeueLT Arabic 55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Waheed Saif</cp:lastModifiedBy>
  <cp:revision>2</cp:revision>
  <dcterms:created xsi:type="dcterms:W3CDTF">2026-08-04T07:29:57Z</dcterms:created>
  <dcterms:modified xsi:type="dcterms:W3CDTF">2026-08-17T11:07:38Z</dcterms:modified>
</cp:coreProperties>
</file>